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2"/>
  </p:notesMasterIdLst>
  <p:handoutMasterIdLst>
    <p:handoutMasterId r:id="rId53"/>
  </p:handoutMasterIdLst>
  <p:sldIdLst>
    <p:sldId id="646" r:id="rId5"/>
    <p:sldId id="648" r:id="rId6"/>
    <p:sldId id="649" r:id="rId7"/>
    <p:sldId id="650" r:id="rId8"/>
    <p:sldId id="655" r:id="rId9"/>
    <p:sldId id="656" r:id="rId10"/>
    <p:sldId id="657" r:id="rId11"/>
    <p:sldId id="660" r:id="rId12"/>
    <p:sldId id="661" r:id="rId13"/>
    <p:sldId id="662" r:id="rId14"/>
    <p:sldId id="663" r:id="rId15"/>
    <p:sldId id="664" r:id="rId16"/>
    <p:sldId id="658" r:id="rId17"/>
    <p:sldId id="659" r:id="rId18"/>
    <p:sldId id="665" r:id="rId19"/>
    <p:sldId id="666" r:id="rId20"/>
    <p:sldId id="667" r:id="rId21"/>
    <p:sldId id="668" r:id="rId22"/>
    <p:sldId id="669" r:id="rId23"/>
    <p:sldId id="671" r:id="rId24"/>
    <p:sldId id="672" r:id="rId25"/>
    <p:sldId id="653" r:id="rId26"/>
    <p:sldId id="673" r:id="rId27"/>
    <p:sldId id="674" r:id="rId28"/>
    <p:sldId id="675" r:id="rId29"/>
    <p:sldId id="676" r:id="rId30"/>
    <p:sldId id="678" r:id="rId31"/>
    <p:sldId id="679" r:id="rId32"/>
    <p:sldId id="680" r:id="rId33"/>
    <p:sldId id="681" r:id="rId34"/>
    <p:sldId id="694" r:id="rId35"/>
    <p:sldId id="695" r:id="rId36"/>
    <p:sldId id="696" r:id="rId37"/>
    <p:sldId id="697" r:id="rId38"/>
    <p:sldId id="698" r:id="rId39"/>
    <p:sldId id="699" r:id="rId40"/>
    <p:sldId id="682" r:id="rId41"/>
    <p:sldId id="683" r:id="rId42"/>
    <p:sldId id="684" r:id="rId43"/>
    <p:sldId id="685" r:id="rId44"/>
    <p:sldId id="688" r:id="rId45"/>
    <p:sldId id="689" r:id="rId46"/>
    <p:sldId id="690" r:id="rId47"/>
    <p:sldId id="687" r:id="rId48"/>
    <p:sldId id="692" r:id="rId49"/>
    <p:sldId id="691" r:id="rId50"/>
    <p:sldId id="693" r:id="rId5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9CF"/>
    <a:srgbClr val="F26400"/>
    <a:srgbClr val="6C3B7A"/>
    <a:srgbClr val="92722D"/>
    <a:srgbClr val="519032"/>
    <a:srgbClr val="F58220"/>
    <a:srgbClr val="DBC385"/>
    <a:srgbClr val="B3933A"/>
    <a:srgbClr val="B01116"/>
    <a:srgbClr val="F265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5A3784-519E-4971-8B38-3CD27EFEF1FF}" v="30" dt="2022-10-08T21:08:10.53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015" autoAdjust="0"/>
    <p:restoredTop sz="90688" autoAdjust="0"/>
  </p:normalViewPr>
  <p:slideViewPr>
    <p:cSldViewPr snapToGrid="0">
      <p:cViewPr varScale="1">
        <p:scale>
          <a:sx n="58" d="100"/>
          <a:sy n="58" d="100"/>
        </p:scale>
        <p:origin x="68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4" d="100"/>
          <a:sy n="64" d="100"/>
        </p:scale>
        <p:origin x="2616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slide" Target="slides/slide37.xml"/><Relationship Id="rId54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handoutMaster" Target="handoutMasters/handoutMaster1.xml"/><Relationship Id="rId58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ian Yu" userId="71e57746-694f-4b85-845f-0534340178c6" providerId="ADAL" clId="{1B5A3784-519E-4971-8B38-3CD27EFEF1FF}"/>
    <pc:docChg chg="undo custSel addSld delSld modSld sldOrd">
      <pc:chgData name="Jian Yu" userId="71e57746-694f-4b85-845f-0534340178c6" providerId="ADAL" clId="{1B5A3784-519E-4971-8B38-3CD27EFEF1FF}" dt="2022-10-08T22:17:40.345" v="840" actId="207"/>
      <pc:docMkLst>
        <pc:docMk/>
      </pc:docMkLst>
      <pc:sldChg chg="add del">
        <pc:chgData name="Jian Yu" userId="71e57746-694f-4b85-845f-0534340178c6" providerId="ADAL" clId="{1B5A3784-519E-4971-8B38-3CD27EFEF1FF}" dt="2021-10-05T00:39:55.894" v="2"/>
        <pc:sldMkLst>
          <pc:docMk/>
          <pc:sldMk cId="0" sldId="336"/>
        </pc:sldMkLst>
      </pc:sldChg>
      <pc:sldChg chg="addSp delSp modSp">
        <pc:chgData name="Jian Yu" userId="71e57746-694f-4b85-845f-0534340178c6" providerId="ADAL" clId="{1B5A3784-519E-4971-8B38-3CD27EFEF1FF}" dt="2021-10-10T00:27:35.174" v="412" actId="478"/>
        <pc:sldMkLst>
          <pc:docMk/>
          <pc:sldMk cId="3770454076" sldId="646"/>
        </pc:sldMkLst>
        <pc:picChg chg="add del mod">
          <ac:chgData name="Jian Yu" userId="71e57746-694f-4b85-845f-0534340178c6" providerId="ADAL" clId="{1B5A3784-519E-4971-8B38-3CD27EFEF1FF}" dt="2021-10-10T00:27:35.174" v="412" actId="478"/>
          <ac:picMkLst>
            <pc:docMk/>
            <pc:sldMk cId="3770454076" sldId="646"/>
            <ac:picMk id="3" creationId="{3AAA4AEE-AB6D-42DB-922D-C14B8094554E}"/>
          </ac:picMkLst>
        </pc:picChg>
      </pc:sldChg>
      <pc:sldChg chg="modSp mod">
        <pc:chgData name="Jian Yu" userId="71e57746-694f-4b85-845f-0534340178c6" providerId="ADAL" clId="{1B5A3784-519E-4971-8B38-3CD27EFEF1FF}" dt="2022-10-08T21:12:16.032" v="777" actId="207"/>
        <pc:sldMkLst>
          <pc:docMk/>
          <pc:sldMk cId="3905284715" sldId="648"/>
        </pc:sldMkLst>
        <pc:spChg chg="mod">
          <ac:chgData name="Jian Yu" userId="71e57746-694f-4b85-845f-0534340178c6" providerId="ADAL" clId="{1B5A3784-519E-4971-8B38-3CD27EFEF1FF}" dt="2022-10-08T21:12:16.032" v="777" actId="207"/>
          <ac:spMkLst>
            <pc:docMk/>
            <pc:sldMk cId="3905284715" sldId="648"/>
            <ac:spMk id="3" creationId="{346031E1-E1CB-4D30-AD2B-D2846019FEA9}"/>
          </ac:spMkLst>
        </pc:spChg>
      </pc:sldChg>
      <pc:sldChg chg="modSp mod">
        <pc:chgData name="Jian Yu" userId="71e57746-694f-4b85-845f-0534340178c6" providerId="ADAL" clId="{1B5A3784-519E-4971-8B38-3CD27EFEF1FF}" dt="2021-10-05T00:40:46.406" v="20"/>
        <pc:sldMkLst>
          <pc:docMk/>
          <pc:sldMk cId="2825729798" sldId="649"/>
        </pc:sldMkLst>
        <pc:spChg chg="mod">
          <ac:chgData name="Jian Yu" userId="71e57746-694f-4b85-845f-0534340178c6" providerId="ADAL" clId="{1B5A3784-519E-4971-8B38-3CD27EFEF1FF}" dt="2021-10-05T00:40:40.242" v="19"/>
          <ac:spMkLst>
            <pc:docMk/>
            <pc:sldMk cId="2825729798" sldId="649"/>
            <ac:spMk id="2" creationId="{D48FDA30-739B-4774-802C-EE4F92CCC052}"/>
          </ac:spMkLst>
        </pc:spChg>
        <pc:spChg chg="mod">
          <ac:chgData name="Jian Yu" userId="71e57746-694f-4b85-845f-0534340178c6" providerId="ADAL" clId="{1B5A3784-519E-4971-8B38-3CD27EFEF1FF}" dt="2021-10-05T00:40:46.406" v="20"/>
          <ac:spMkLst>
            <pc:docMk/>
            <pc:sldMk cId="2825729798" sldId="649"/>
            <ac:spMk id="3" creationId="{C6395C0C-C83B-4E95-B7B2-C245532AA19D}"/>
          </ac:spMkLst>
        </pc:spChg>
      </pc:sldChg>
      <pc:sldChg chg="modSp mod">
        <pc:chgData name="Jian Yu" userId="71e57746-694f-4b85-845f-0534340178c6" providerId="ADAL" clId="{1B5A3784-519E-4971-8B38-3CD27EFEF1FF}" dt="2021-10-05T00:41:10.680" v="22"/>
        <pc:sldMkLst>
          <pc:docMk/>
          <pc:sldMk cId="76931067" sldId="650"/>
        </pc:sldMkLst>
        <pc:spChg chg="mod">
          <ac:chgData name="Jian Yu" userId="71e57746-694f-4b85-845f-0534340178c6" providerId="ADAL" clId="{1B5A3784-519E-4971-8B38-3CD27EFEF1FF}" dt="2021-10-05T00:41:05.685" v="21"/>
          <ac:spMkLst>
            <pc:docMk/>
            <pc:sldMk cId="76931067" sldId="650"/>
            <ac:spMk id="2" creationId="{8C9A20DC-088E-4738-AEC0-91E851472E0A}"/>
          </ac:spMkLst>
        </pc:spChg>
        <pc:spChg chg="mod">
          <ac:chgData name="Jian Yu" userId="71e57746-694f-4b85-845f-0534340178c6" providerId="ADAL" clId="{1B5A3784-519E-4971-8B38-3CD27EFEF1FF}" dt="2021-10-05T00:41:10.680" v="22"/>
          <ac:spMkLst>
            <pc:docMk/>
            <pc:sldMk cId="76931067" sldId="650"/>
            <ac:spMk id="3" creationId="{22223F03-1D8F-4CDA-867F-C03F000FB07C}"/>
          </ac:spMkLst>
        </pc:spChg>
      </pc:sldChg>
      <pc:sldChg chg="modSp del mod">
        <pc:chgData name="Jian Yu" userId="71e57746-694f-4b85-845f-0534340178c6" providerId="ADAL" clId="{1B5A3784-519E-4971-8B38-3CD27EFEF1FF}" dt="2021-10-09T23:56:19.029" v="398" actId="47"/>
        <pc:sldMkLst>
          <pc:docMk/>
          <pc:sldMk cId="3609934947" sldId="651"/>
        </pc:sldMkLst>
        <pc:spChg chg="mod">
          <ac:chgData name="Jian Yu" userId="71e57746-694f-4b85-845f-0534340178c6" providerId="ADAL" clId="{1B5A3784-519E-4971-8B38-3CD27EFEF1FF}" dt="2021-10-05T00:42:00.828" v="23"/>
          <ac:spMkLst>
            <pc:docMk/>
            <pc:sldMk cId="3609934947" sldId="651"/>
            <ac:spMk id="2" creationId="{3E35B74D-A4F9-4D34-997E-4741DF19F90B}"/>
          </ac:spMkLst>
        </pc:spChg>
        <pc:spChg chg="mod">
          <ac:chgData name="Jian Yu" userId="71e57746-694f-4b85-845f-0534340178c6" providerId="ADAL" clId="{1B5A3784-519E-4971-8B38-3CD27EFEF1FF}" dt="2021-10-05T00:42:04.543" v="24"/>
          <ac:spMkLst>
            <pc:docMk/>
            <pc:sldMk cId="3609934947" sldId="651"/>
            <ac:spMk id="3" creationId="{7A9D1C1C-D7FD-48B9-A1CA-6FAB546B4CD7}"/>
          </ac:spMkLst>
        </pc:spChg>
      </pc:sldChg>
      <pc:sldChg chg="modSp del mod">
        <pc:chgData name="Jian Yu" userId="71e57746-694f-4b85-845f-0534340178c6" providerId="ADAL" clId="{1B5A3784-519E-4971-8B38-3CD27EFEF1FF}" dt="2021-10-09T23:56:41.493" v="399" actId="47"/>
        <pc:sldMkLst>
          <pc:docMk/>
          <pc:sldMk cId="826057483" sldId="652"/>
        </pc:sldMkLst>
        <pc:spChg chg="mod">
          <ac:chgData name="Jian Yu" userId="71e57746-694f-4b85-845f-0534340178c6" providerId="ADAL" clId="{1B5A3784-519E-4971-8B38-3CD27EFEF1FF}" dt="2021-10-05T00:42:51.186" v="31"/>
          <ac:spMkLst>
            <pc:docMk/>
            <pc:sldMk cId="826057483" sldId="652"/>
            <ac:spMk id="2" creationId="{723920B0-B1DD-464F-B6FF-F53928847F7C}"/>
          </ac:spMkLst>
        </pc:spChg>
        <pc:spChg chg="mod">
          <ac:chgData name="Jian Yu" userId="71e57746-694f-4b85-845f-0534340178c6" providerId="ADAL" clId="{1B5A3784-519E-4971-8B38-3CD27EFEF1FF}" dt="2021-10-05T00:42:55.953" v="32"/>
          <ac:spMkLst>
            <pc:docMk/>
            <pc:sldMk cId="826057483" sldId="652"/>
            <ac:spMk id="3" creationId="{D6EF37A2-9A02-4F4B-B0C0-C53DB9CEEBD9}"/>
          </ac:spMkLst>
        </pc:spChg>
      </pc:sldChg>
      <pc:sldChg chg="addSp delSp modSp mod">
        <pc:chgData name="Jian Yu" userId="71e57746-694f-4b85-845f-0534340178c6" providerId="ADAL" clId="{1B5A3784-519E-4971-8B38-3CD27EFEF1FF}" dt="2021-10-05T02:02:12.235" v="167" actId="20577"/>
        <pc:sldMkLst>
          <pc:docMk/>
          <pc:sldMk cId="1724679558" sldId="653"/>
        </pc:sldMkLst>
        <pc:spChg chg="mod">
          <ac:chgData name="Jian Yu" userId="71e57746-694f-4b85-845f-0534340178c6" providerId="ADAL" clId="{1B5A3784-519E-4971-8B38-3CD27EFEF1FF}" dt="2021-10-05T02:02:12.235" v="167" actId="20577"/>
          <ac:spMkLst>
            <pc:docMk/>
            <pc:sldMk cId="1724679558" sldId="653"/>
            <ac:spMk id="2" creationId="{7F1A3B11-0CB0-495D-83BA-542CEADDAE0D}"/>
          </ac:spMkLst>
        </pc:spChg>
        <pc:spChg chg="del">
          <ac:chgData name="Jian Yu" userId="71e57746-694f-4b85-845f-0534340178c6" providerId="ADAL" clId="{1B5A3784-519E-4971-8B38-3CD27EFEF1FF}" dt="2021-10-05T02:01:16.159" v="143" actId="478"/>
          <ac:spMkLst>
            <pc:docMk/>
            <pc:sldMk cId="1724679558" sldId="653"/>
            <ac:spMk id="3" creationId="{817CC15A-30AB-4572-9DFD-D80FE7EE91AD}"/>
          </ac:spMkLst>
        </pc:spChg>
        <pc:picChg chg="add mod">
          <ac:chgData name="Jian Yu" userId="71e57746-694f-4b85-845f-0534340178c6" providerId="ADAL" clId="{1B5A3784-519E-4971-8B38-3CD27EFEF1FF}" dt="2021-10-05T02:01:20.075" v="146" actId="14100"/>
          <ac:picMkLst>
            <pc:docMk/>
            <pc:sldMk cId="1724679558" sldId="653"/>
            <ac:picMk id="4" creationId="{EA3853B3-6C88-414E-926E-B972961DD78B}"/>
          </ac:picMkLst>
        </pc:picChg>
      </pc:sldChg>
      <pc:sldChg chg="modSp new del mod">
        <pc:chgData name="Jian Yu" userId="71e57746-694f-4b85-845f-0534340178c6" providerId="ADAL" clId="{1B5A3784-519E-4971-8B38-3CD27EFEF1FF}" dt="2021-10-09T23:58:30.816" v="400" actId="47"/>
        <pc:sldMkLst>
          <pc:docMk/>
          <pc:sldMk cId="1157525080" sldId="654"/>
        </pc:sldMkLst>
        <pc:spChg chg="mod">
          <ac:chgData name="Jian Yu" userId="71e57746-694f-4b85-845f-0534340178c6" providerId="ADAL" clId="{1B5A3784-519E-4971-8B38-3CD27EFEF1FF}" dt="2021-10-05T00:43:19.488" v="33"/>
          <ac:spMkLst>
            <pc:docMk/>
            <pc:sldMk cId="1157525080" sldId="654"/>
            <ac:spMk id="2" creationId="{2E355A73-57B1-4B6E-948F-C7410ED0ABED}"/>
          </ac:spMkLst>
        </pc:spChg>
        <pc:spChg chg="mod">
          <ac:chgData name="Jian Yu" userId="71e57746-694f-4b85-845f-0534340178c6" providerId="ADAL" clId="{1B5A3784-519E-4971-8B38-3CD27EFEF1FF}" dt="2021-10-05T00:43:23.937" v="35" actId="27636"/>
          <ac:spMkLst>
            <pc:docMk/>
            <pc:sldMk cId="1157525080" sldId="654"/>
            <ac:spMk id="3" creationId="{47E79BA8-25A2-4A72-BD50-54E643182258}"/>
          </ac:spMkLst>
        </pc:spChg>
      </pc:sldChg>
      <pc:sldChg chg="modSp new mod">
        <pc:chgData name="Jian Yu" userId="71e57746-694f-4b85-845f-0534340178c6" providerId="ADAL" clId="{1B5A3784-519E-4971-8B38-3CD27EFEF1FF}" dt="2021-10-05T00:43:41.707" v="37"/>
        <pc:sldMkLst>
          <pc:docMk/>
          <pc:sldMk cId="3960031666" sldId="655"/>
        </pc:sldMkLst>
        <pc:spChg chg="mod">
          <ac:chgData name="Jian Yu" userId="71e57746-694f-4b85-845f-0534340178c6" providerId="ADAL" clId="{1B5A3784-519E-4971-8B38-3CD27EFEF1FF}" dt="2021-10-05T00:43:37.551" v="36"/>
          <ac:spMkLst>
            <pc:docMk/>
            <pc:sldMk cId="3960031666" sldId="655"/>
            <ac:spMk id="2" creationId="{18D56517-921C-4ACC-ACE3-C8A611AF8191}"/>
          </ac:spMkLst>
        </pc:spChg>
        <pc:spChg chg="mod">
          <ac:chgData name="Jian Yu" userId="71e57746-694f-4b85-845f-0534340178c6" providerId="ADAL" clId="{1B5A3784-519E-4971-8B38-3CD27EFEF1FF}" dt="2021-10-05T00:43:41.707" v="37"/>
          <ac:spMkLst>
            <pc:docMk/>
            <pc:sldMk cId="3960031666" sldId="655"/>
            <ac:spMk id="3" creationId="{8797C00E-910E-4E20-A7EF-512037B3D9E7}"/>
          </ac:spMkLst>
        </pc:spChg>
      </pc:sldChg>
      <pc:sldChg chg="modSp new mod">
        <pc:chgData name="Jian Yu" userId="71e57746-694f-4b85-845f-0534340178c6" providerId="ADAL" clId="{1B5A3784-519E-4971-8B38-3CD27EFEF1FF}" dt="2021-10-05T00:44:41.132" v="51"/>
        <pc:sldMkLst>
          <pc:docMk/>
          <pc:sldMk cId="920612163" sldId="656"/>
        </pc:sldMkLst>
        <pc:spChg chg="mod">
          <ac:chgData name="Jian Yu" userId="71e57746-694f-4b85-845f-0534340178c6" providerId="ADAL" clId="{1B5A3784-519E-4971-8B38-3CD27EFEF1FF}" dt="2021-10-05T00:44:37.578" v="50"/>
          <ac:spMkLst>
            <pc:docMk/>
            <pc:sldMk cId="920612163" sldId="656"/>
            <ac:spMk id="2" creationId="{A972F8C7-6685-4287-AC0A-8C0A777DB0E7}"/>
          </ac:spMkLst>
        </pc:spChg>
        <pc:spChg chg="mod">
          <ac:chgData name="Jian Yu" userId="71e57746-694f-4b85-845f-0534340178c6" providerId="ADAL" clId="{1B5A3784-519E-4971-8B38-3CD27EFEF1FF}" dt="2021-10-05T00:44:41.132" v="51"/>
          <ac:spMkLst>
            <pc:docMk/>
            <pc:sldMk cId="920612163" sldId="656"/>
            <ac:spMk id="3" creationId="{071C5FD8-2997-4CD5-9C2A-8E5A96DA6F2E}"/>
          </ac:spMkLst>
        </pc:spChg>
      </pc:sldChg>
      <pc:sldChg chg="modSp new mod">
        <pc:chgData name="Jian Yu" userId="71e57746-694f-4b85-845f-0534340178c6" providerId="ADAL" clId="{1B5A3784-519E-4971-8B38-3CD27EFEF1FF}" dt="2021-10-05T00:47:30.434" v="55" actId="207"/>
        <pc:sldMkLst>
          <pc:docMk/>
          <pc:sldMk cId="1038187480" sldId="657"/>
        </pc:sldMkLst>
        <pc:spChg chg="mod">
          <ac:chgData name="Jian Yu" userId="71e57746-694f-4b85-845f-0534340178c6" providerId="ADAL" clId="{1B5A3784-519E-4971-8B38-3CD27EFEF1FF}" dt="2021-10-05T00:46:54.684" v="52"/>
          <ac:spMkLst>
            <pc:docMk/>
            <pc:sldMk cId="1038187480" sldId="657"/>
            <ac:spMk id="2" creationId="{C7233D48-EAE3-47F9-A217-5FD7C6DDAF18}"/>
          </ac:spMkLst>
        </pc:spChg>
        <pc:spChg chg="mod">
          <ac:chgData name="Jian Yu" userId="71e57746-694f-4b85-845f-0534340178c6" providerId="ADAL" clId="{1B5A3784-519E-4971-8B38-3CD27EFEF1FF}" dt="2021-10-05T00:47:30.434" v="55" actId="207"/>
          <ac:spMkLst>
            <pc:docMk/>
            <pc:sldMk cId="1038187480" sldId="657"/>
            <ac:spMk id="3" creationId="{C9770644-D8DC-40B5-BB9A-3D18BED0D8A2}"/>
          </ac:spMkLst>
        </pc:spChg>
      </pc:sldChg>
      <pc:sldChg chg="addSp modSp new mod">
        <pc:chgData name="Jian Yu" userId="71e57746-694f-4b85-845f-0534340178c6" providerId="ADAL" clId="{1B5A3784-519E-4971-8B38-3CD27EFEF1FF}" dt="2021-10-10T00:23:45.208" v="402" actId="1076"/>
        <pc:sldMkLst>
          <pc:docMk/>
          <pc:sldMk cId="4168986832" sldId="658"/>
        </pc:sldMkLst>
        <pc:spChg chg="mod">
          <ac:chgData name="Jian Yu" userId="71e57746-694f-4b85-845f-0534340178c6" providerId="ADAL" clId="{1B5A3784-519E-4971-8B38-3CD27EFEF1FF}" dt="2021-10-05T00:51:46.539" v="86"/>
          <ac:spMkLst>
            <pc:docMk/>
            <pc:sldMk cId="4168986832" sldId="658"/>
            <ac:spMk id="2" creationId="{92B7521E-F300-4E49-916B-1D585EDF7E21}"/>
          </ac:spMkLst>
        </pc:spChg>
        <pc:spChg chg="mod">
          <ac:chgData name="Jian Yu" userId="71e57746-694f-4b85-845f-0534340178c6" providerId="ADAL" clId="{1B5A3784-519E-4971-8B38-3CD27EFEF1FF}" dt="2021-10-05T00:52:29.855" v="92" actId="207"/>
          <ac:spMkLst>
            <pc:docMk/>
            <pc:sldMk cId="4168986832" sldId="658"/>
            <ac:spMk id="3" creationId="{0D5C59BB-E59D-47E5-885C-1947691AB9A6}"/>
          </ac:spMkLst>
        </pc:spChg>
        <pc:picChg chg="add mod">
          <ac:chgData name="Jian Yu" userId="71e57746-694f-4b85-845f-0534340178c6" providerId="ADAL" clId="{1B5A3784-519E-4971-8B38-3CD27EFEF1FF}" dt="2021-10-10T00:23:45.208" v="402" actId="1076"/>
          <ac:picMkLst>
            <pc:docMk/>
            <pc:sldMk cId="4168986832" sldId="658"/>
            <ac:picMk id="1026" creationId="{E5B211AE-45BC-4B06-9E0B-1A438CB19820}"/>
          </ac:picMkLst>
        </pc:picChg>
      </pc:sldChg>
      <pc:sldChg chg="modSp new mod">
        <pc:chgData name="Jian Yu" userId="71e57746-694f-4b85-845f-0534340178c6" providerId="ADAL" clId="{1B5A3784-519E-4971-8B38-3CD27EFEF1FF}" dt="2021-10-05T00:53:06.128" v="97" actId="121"/>
        <pc:sldMkLst>
          <pc:docMk/>
          <pc:sldMk cId="3500463495" sldId="659"/>
        </pc:sldMkLst>
        <pc:spChg chg="mod">
          <ac:chgData name="Jian Yu" userId="71e57746-694f-4b85-845f-0534340178c6" providerId="ADAL" clId="{1B5A3784-519E-4971-8B38-3CD27EFEF1FF}" dt="2021-10-05T00:52:54.636" v="93"/>
          <ac:spMkLst>
            <pc:docMk/>
            <pc:sldMk cId="3500463495" sldId="659"/>
            <ac:spMk id="2" creationId="{7C9BD907-DFDD-4B54-A5CF-E32984400325}"/>
          </ac:spMkLst>
        </pc:spChg>
        <pc:spChg chg="mod">
          <ac:chgData name="Jian Yu" userId="71e57746-694f-4b85-845f-0534340178c6" providerId="ADAL" clId="{1B5A3784-519E-4971-8B38-3CD27EFEF1FF}" dt="2021-10-05T00:53:06.128" v="97" actId="121"/>
          <ac:spMkLst>
            <pc:docMk/>
            <pc:sldMk cId="3500463495" sldId="659"/>
            <ac:spMk id="3" creationId="{BA04DD90-D924-4B63-B0BD-1D5F0424A22E}"/>
          </ac:spMkLst>
        </pc:spChg>
      </pc:sldChg>
      <pc:sldChg chg="modSp new mod">
        <pc:chgData name="Jian Yu" userId="71e57746-694f-4b85-845f-0534340178c6" providerId="ADAL" clId="{1B5A3784-519E-4971-8B38-3CD27EFEF1FF}" dt="2021-10-05T00:48:00.759" v="63" actId="207"/>
        <pc:sldMkLst>
          <pc:docMk/>
          <pc:sldMk cId="498015845" sldId="660"/>
        </pc:sldMkLst>
        <pc:spChg chg="mod">
          <ac:chgData name="Jian Yu" userId="71e57746-694f-4b85-845f-0534340178c6" providerId="ADAL" clId="{1B5A3784-519E-4971-8B38-3CD27EFEF1FF}" dt="2021-10-05T00:47:47.065" v="61"/>
          <ac:spMkLst>
            <pc:docMk/>
            <pc:sldMk cId="498015845" sldId="660"/>
            <ac:spMk id="2" creationId="{A9714F07-D46B-4F56-90B0-C302493119E6}"/>
          </ac:spMkLst>
        </pc:spChg>
        <pc:spChg chg="mod">
          <ac:chgData name="Jian Yu" userId="71e57746-694f-4b85-845f-0534340178c6" providerId="ADAL" clId="{1B5A3784-519E-4971-8B38-3CD27EFEF1FF}" dt="2021-10-05T00:48:00.759" v="63" actId="207"/>
          <ac:spMkLst>
            <pc:docMk/>
            <pc:sldMk cId="498015845" sldId="660"/>
            <ac:spMk id="3" creationId="{FD2A450A-E548-444D-995A-FA64BAF78691}"/>
          </ac:spMkLst>
        </pc:spChg>
      </pc:sldChg>
      <pc:sldChg chg="addSp delSp modSp new mod">
        <pc:chgData name="Jian Yu" userId="71e57746-694f-4b85-845f-0534340178c6" providerId="ADAL" clId="{1B5A3784-519E-4971-8B38-3CD27EFEF1FF}" dt="2021-10-05T00:48:26.616" v="70" actId="14100"/>
        <pc:sldMkLst>
          <pc:docMk/>
          <pc:sldMk cId="2268995184" sldId="661"/>
        </pc:sldMkLst>
        <pc:spChg chg="mod">
          <ac:chgData name="Jian Yu" userId="71e57746-694f-4b85-845f-0534340178c6" providerId="ADAL" clId="{1B5A3784-519E-4971-8B38-3CD27EFEF1FF}" dt="2021-10-05T00:48:07.863" v="64"/>
          <ac:spMkLst>
            <pc:docMk/>
            <pc:sldMk cId="2268995184" sldId="661"/>
            <ac:spMk id="2" creationId="{72BC46F0-6DAA-47CA-855F-488DEB1B4765}"/>
          </ac:spMkLst>
        </pc:spChg>
        <pc:spChg chg="del">
          <ac:chgData name="Jian Yu" userId="71e57746-694f-4b85-845f-0534340178c6" providerId="ADAL" clId="{1B5A3784-519E-4971-8B38-3CD27EFEF1FF}" dt="2021-10-05T00:48:12.643" v="65" actId="478"/>
          <ac:spMkLst>
            <pc:docMk/>
            <pc:sldMk cId="2268995184" sldId="661"/>
            <ac:spMk id="3" creationId="{350CD5C1-8ED4-4A2A-9002-9C194D6F19D8}"/>
          </ac:spMkLst>
        </pc:spChg>
        <pc:picChg chg="add mod">
          <ac:chgData name="Jian Yu" userId="71e57746-694f-4b85-845f-0534340178c6" providerId="ADAL" clId="{1B5A3784-519E-4971-8B38-3CD27EFEF1FF}" dt="2021-10-05T00:48:26.616" v="70" actId="14100"/>
          <ac:picMkLst>
            <pc:docMk/>
            <pc:sldMk cId="2268995184" sldId="661"/>
            <ac:picMk id="4" creationId="{7876CBCF-4B5F-43AF-902E-89222FEDF1BC}"/>
          </ac:picMkLst>
        </pc:picChg>
      </pc:sldChg>
      <pc:sldChg chg="modSp new mod">
        <pc:chgData name="Jian Yu" userId="71e57746-694f-4b85-845f-0534340178c6" providerId="ADAL" clId="{1B5A3784-519E-4971-8B38-3CD27EFEF1FF}" dt="2021-10-05T00:48:55.702" v="74" actId="207"/>
        <pc:sldMkLst>
          <pc:docMk/>
          <pc:sldMk cId="1687041732" sldId="662"/>
        </pc:sldMkLst>
        <pc:spChg chg="mod">
          <ac:chgData name="Jian Yu" userId="71e57746-694f-4b85-845f-0534340178c6" providerId="ADAL" clId="{1B5A3784-519E-4971-8B38-3CD27EFEF1FF}" dt="2021-10-05T00:48:37.278" v="71"/>
          <ac:spMkLst>
            <pc:docMk/>
            <pc:sldMk cId="1687041732" sldId="662"/>
            <ac:spMk id="2" creationId="{9686FF7A-EE30-4D32-A9FC-04821901ACC7}"/>
          </ac:spMkLst>
        </pc:spChg>
        <pc:spChg chg="mod">
          <ac:chgData name="Jian Yu" userId="71e57746-694f-4b85-845f-0534340178c6" providerId="ADAL" clId="{1B5A3784-519E-4971-8B38-3CD27EFEF1FF}" dt="2021-10-05T00:48:55.702" v="74" actId="207"/>
          <ac:spMkLst>
            <pc:docMk/>
            <pc:sldMk cId="1687041732" sldId="662"/>
            <ac:spMk id="3" creationId="{D0117B0F-99C3-4467-923A-5AADE4CB277D}"/>
          </ac:spMkLst>
        </pc:spChg>
      </pc:sldChg>
      <pc:sldChg chg="addSp delSp modSp new mod">
        <pc:chgData name="Jian Yu" userId="71e57746-694f-4b85-845f-0534340178c6" providerId="ADAL" clId="{1B5A3784-519E-4971-8B38-3CD27EFEF1FF}" dt="2021-10-05T00:49:21.494" v="80" actId="403"/>
        <pc:sldMkLst>
          <pc:docMk/>
          <pc:sldMk cId="4088508896" sldId="663"/>
        </pc:sldMkLst>
        <pc:spChg chg="mod">
          <ac:chgData name="Jian Yu" userId="71e57746-694f-4b85-845f-0534340178c6" providerId="ADAL" clId="{1B5A3784-519E-4971-8B38-3CD27EFEF1FF}" dt="2021-10-05T00:49:08.519" v="75"/>
          <ac:spMkLst>
            <pc:docMk/>
            <pc:sldMk cId="4088508896" sldId="663"/>
            <ac:spMk id="2" creationId="{219FE6E9-FEFB-4CAB-938F-B3DB3AED5EB3}"/>
          </ac:spMkLst>
        </pc:spChg>
        <pc:spChg chg="del">
          <ac:chgData name="Jian Yu" userId="71e57746-694f-4b85-845f-0534340178c6" providerId="ADAL" clId="{1B5A3784-519E-4971-8B38-3CD27EFEF1FF}" dt="2021-10-05T00:49:15.420" v="76" actId="478"/>
          <ac:spMkLst>
            <pc:docMk/>
            <pc:sldMk cId="4088508896" sldId="663"/>
            <ac:spMk id="3" creationId="{AFC279C6-FC62-4677-BB54-1A7CC9CF26EF}"/>
          </ac:spMkLst>
        </pc:spChg>
        <pc:graphicFrameChg chg="add mod modGraphic">
          <ac:chgData name="Jian Yu" userId="71e57746-694f-4b85-845f-0534340178c6" providerId="ADAL" clId="{1B5A3784-519E-4971-8B38-3CD27EFEF1FF}" dt="2021-10-05T00:49:21.494" v="80" actId="403"/>
          <ac:graphicFrameMkLst>
            <pc:docMk/>
            <pc:sldMk cId="4088508896" sldId="663"/>
            <ac:graphicFrameMk id="4" creationId="{0F3BA088-70BC-4449-BA66-A73CE72869B0}"/>
          </ac:graphicFrameMkLst>
        </pc:graphicFrameChg>
      </pc:sldChg>
      <pc:sldChg chg="addSp modSp new mod">
        <pc:chgData name="Jian Yu" userId="71e57746-694f-4b85-845f-0534340178c6" providerId="ADAL" clId="{1B5A3784-519E-4971-8B38-3CD27EFEF1FF}" dt="2021-10-10T00:25:23.359" v="408" actId="1076"/>
        <pc:sldMkLst>
          <pc:docMk/>
          <pc:sldMk cId="2599951331" sldId="664"/>
        </pc:sldMkLst>
        <pc:spChg chg="mod">
          <ac:chgData name="Jian Yu" userId="71e57746-694f-4b85-845f-0534340178c6" providerId="ADAL" clId="{1B5A3784-519E-4971-8B38-3CD27EFEF1FF}" dt="2021-10-05T00:50:00.057" v="81"/>
          <ac:spMkLst>
            <pc:docMk/>
            <pc:sldMk cId="2599951331" sldId="664"/>
            <ac:spMk id="2" creationId="{0A48E304-83C0-47FD-AE0E-AFCF86A21D6B}"/>
          </ac:spMkLst>
        </pc:spChg>
        <pc:spChg chg="mod">
          <ac:chgData name="Jian Yu" userId="71e57746-694f-4b85-845f-0534340178c6" providerId="ADAL" clId="{1B5A3784-519E-4971-8B38-3CD27EFEF1FF}" dt="2021-10-10T00:25:19.994" v="407" actId="14100"/>
          <ac:spMkLst>
            <pc:docMk/>
            <pc:sldMk cId="2599951331" sldId="664"/>
            <ac:spMk id="3" creationId="{8205BF7C-8269-4CD8-80DF-D74F2B142783}"/>
          </ac:spMkLst>
        </pc:spChg>
        <pc:picChg chg="add mod">
          <ac:chgData name="Jian Yu" userId="71e57746-694f-4b85-845f-0534340178c6" providerId="ADAL" clId="{1B5A3784-519E-4971-8B38-3CD27EFEF1FF}" dt="2021-10-10T00:25:23.359" v="408" actId="1076"/>
          <ac:picMkLst>
            <pc:docMk/>
            <pc:sldMk cId="2599951331" sldId="664"/>
            <ac:picMk id="2050" creationId="{DD3230BA-29D6-4A73-8D86-2DE6B4E8F664}"/>
          </ac:picMkLst>
        </pc:picChg>
      </pc:sldChg>
      <pc:sldChg chg="modSp new mod">
        <pc:chgData name="Jian Yu" userId="71e57746-694f-4b85-845f-0534340178c6" providerId="ADAL" clId="{1B5A3784-519E-4971-8B38-3CD27EFEF1FF}" dt="2021-10-05T01:50:27.511" v="107"/>
        <pc:sldMkLst>
          <pc:docMk/>
          <pc:sldMk cId="3954235603" sldId="665"/>
        </pc:sldMkLst>
        <pc:spChg chg="mod">
          <ac:chgData name="Jian Yu" userId="71e57746-694f-4b85-845f-0534340178c6" providerId="ADAL" clId="{1B5A3784-519E-4971-8B38-3CD27EFEF1FF}" dt="2021-10-05T01:50:22.847" v="106"/>
          <ac:spMkLst>
            <pc:docMk/>
            <pc:sldMk cId="3954235603" sldId="665"/>
            <ac:spMk id="2" creationId="{7F608ED1-E419-4085-9E10-757C3CE9D64A}"/>
          </ac:spMkLst>
        </pc:spChg>
        <pc:spChg chg="mod">
          <ac:chgData name="Jian Yu" userId="71e57746-694f-4b85-845f-0534340178c6" providerId="ADAL" clId="{1B5A3784-519E-4971-8B38-3CD27EFEF1FF}" dt="2021-10-05T01:50:27.511" v="107"/>
          <ac:spMkLst>
            <pc:docMk/>
            <pc:sldMk cId="3954235603" sldId="665"/>
            <ac:spMk id="3" creationId="{39860001-5C3E-49A7-A322-8EFC09782D82}"/>
          </ac:spMkLst>
        </pc:spChg>
      </pc:sldChg>
      <pc:sldChg chg="modSp new mod">
        <pc:chgData name="Jian Yu" userId="71e57746-694f-4b85-845f-0534340178c6" providerId="ADAL" clId="{1B5A3784-519E-4971-8B38-3CD27EFEF1FF}" dt="2022-10-08T22:07:10.063" v="792" actId="20577"/>
        <pc:sldMkLst>
          <pc:docMk/>
          <pc:sldMk cId="385323839" sldId="666"/>
        </pc:sldMkLst>
        <pc:spChg chg="mod">
          <ac:chgData name="Jian Yu" userId="71e57746-694f-4b85-845f-0534340178c6" providerId="ADAL" clId="{1B5A3784-519E-4971-8B38-3CD27EFEF1FF}" dt="2021-10-05T01:51:00.503" v="108"/>
          <ac:spMkLst>
            <pc:docMk/>
            <pc:sldMk cId="385323839" sldId="666"/>
            <ac:spMk id="2" creationId="{36F8951D-4379-4429-B1B7-E6680018E5BC}"/>
          </ac:spMkLst>
        </pc:spChg>
        <pc:spChg chg="mod">
          <ac:chgData name="Jian Yu" userId="71e57746-694f-4b85-845f-0534340178c6" providerId="ADAL" clId="{1B5A3784-519E-4971-8B38-3CD27EFEF1FF}" dt="2022-10-08T22:07:10.063" v="792" actId="20577"/>
          <ac:spMkLst>
            <pc:docMk/>
            <pc:sldMk cId="385323839" sldId="666"/>
            <ac:spMk id="3" creationId="{6FA9F6F5-225C-4360-8403-4EF69FD268C4}"/>
          </ac:spMkLst>
        </pc:spChg>
      </pc:sldChg>
      <pc:sldChg chg="modSp new mod">
        <pc:chgData name="Jian Yu" userId="71e57746-694f-4b85-845f-0534340178c6" providerId="ADAL" clId="{1B5A3784-519E-4971-8B38-3CD27EFEF1FF}" dt="2022-10-08T22:08:20.971" v="834" actId="20577"/>
        <pc:sldMkLst>
          <pc:docMk/>
          <pc:sldMk cId="2388025262" sldId="667"/>
        </pc:sldMkLst>
        <pc:spChg chg="mod">
          <ac:chgData name="Jian Yu" userId="71e57746-694f-4b85-845f-0534340178c6" providerId="ADAL" clId="{1B5A3784-519E-4971-8B38-3CD27EFEF1FF}" dt="2021-10-05T01:54:39.442" v="112"/>
          <ac:spMkLst>
            <pc:docMk/>
            <pc:sldMk cId="2388025262" sldId="667"/>
            <ac:spMk id="2" creationId="{68BE7AF8-1ECD-4761-AEB9-A01162E08332}"/>
          </ac:spMkLst>
        </pc:spChg>
        <pc:spChg chg="mod">
          <ac:chgData name="Jian Yu" userId="71e57746-694f-4b85-845f-0534340178c6" providerId="ADAL" clId="{1B5A3784-519E-4971-8B38-3CD27EFEF1FF}" dt="2022-10-08T22:08:20.971" v="834" actId="20577"/>
          <ac:spMkLst>
            <pc:docMk/>
            <pc:sldMk cId="2388025262" sldId="667"/>
            <ac:spMk id="3" creationId="{FD290EE1-9F11-44CD-95B1-0C7B5B62C160}"/>
          </ac:spMkLst>
        </pc:spChg>
      </pc:sldChg>
      <pc:sldChg chg="modSp new mod">
        <pc:chgData name="Jian Yu" userId="71e57746-694f-4b85-845f-0534340178c6" providerId="ADAL" clId="{1B5A3784-519E-4971-8B38-3CD27EFEF1FF}" dt="2021-10-05T01:55:33.344" v="119" actId="207"/>
        <pc:sldMkLst>
          <pc:docMk/>
          <pc:sldMk cId="4020373303" sldId="668"/>
        </pc:sldMkLst>
        <pc:spChg chg="mod">
          <ac:chgData name="Jian Yu" userId="71e57746-694f-4b85-845f-0534340178c6" providerId="ADAL" clId="{1B5A3784-519E-4971-8B38-3CD27EFEF1FF}" dt="2021-10-05T01:55:19.569" v="115"/>
          <ac:spMkLst>
            <pc:docMk/>
            <pc:sldMk cId="4020373303" sldId="668"/>
            <ac:spMk id="2" creationId="{609CA0CC-85D3-4EE8-982F-DD39E6B144CE}"/>
          </ac:spMkLst>
        </pc:spChg>
        <pc:spChg chg="mod">
          <ac:chgData name="Jian Yu" userId="71e57746-694f-4b85-845f-0534340178c6" providerId="ADAL" clId="{1B5A3784-519E-4971-8B38-3CD27EFEF1FF}" dt="2021-10-05T01:55:33.344" v="119" actId="207"/>
          <ac:spMkLst>
            <pc:docMk/>
            <pc:sldMk cId="4020373303" sldId="668"/>
            <ac:spMk id="3" creationId="{95569C01-8DA3-43CC-96D6-F65B85CE5EFB}"/>
          </ac:spMkLst>
        </pc:spChg>
      </pc:sldChg>
      <pc:sldChg chg="modSp new mod">
        <pc:chgData name="Jian Yu" userId="71e57746-694f-4b85-845f-0534340178c6" providerId="ADAL" clId="{1B5A3784-519E-4971-8B38-3CD27EFEF1FF}" dt="2021-10-05T01:56:55.801" v="127" actId="207"/>
        <pc:sldMkLst>
          <pc:docMk/>
          <pc:sldMk cId="3155700955" sldId="669"/>
        </pc:sldMkLst>
        <pc:spChg chg="mod">
          <ac:chgData name="Jian Yu" userId="71e57746-694f-4b85-845f-0534340178c6" providerId="ADAL" clId="{1B5A3784-519E-4971-8B38-3CD27EFEF1FF}" dt="2021-10-05T01:56:08.452" v="120"/>
          <ac:spMkLst>
            <pc:docMk/>
            <pc:sldMk cId="3155700955" sldId="669"/>
            <ac:spMk id="2" creationId="{E07253B1-5EF6-474D-971B-ED38741848CC}"/>
          </ac:spMkLst>
        </pc:spChg>
        <pc:spChg chg="mod">
          <ac:chgData name="Jian Yu" userId="71e57746-694f-4b85-845f-0534340178c6" providerId="ADAL" clId="{1B5A3784-519E-4971-8B38-3CD27EFEF1FF}" dt="2021-10-05T01:56:55.801" v="127" actId="207"/>
          <ac:spMkLst>
            <pc:docMk/>
            <pc:sldMk cId="3155700955" sldId="669"/>
            <ac:spMk id="3" creationId="{59D1BD2D-757E-426E-B78A-7BE598D44320}"/>
          </ac:spMkLst>
        </pc:spChg>
      </pc:sldChg>
      <pc:sldChg chg="modSp new del mod">
        <pc:chgData name="Jian Yu" userId="71e57746-694f-4b85-845f-0534340178c6" providerId="ADAL" clId="{1B5A3784-519E-4971-8B38-3CD27EFEF1FF}" dt="2021-10-05T01:58:19.078" v="130" actId="47"/>
        <pc:sldMkLst>
          <pc:docMk/>
          <pc:sldMk cId="1002693141" sldId="670"/>
        </pc:sldMkLst>
        <pc:spChg chg="mod">
          <ac:chgData name="Jian Yu" userId="71e57746-694f-4b85-845f-0534340178c6" providerId="ADAL" clId="{1B5A3784-519E-4971-8B38-3CD27EFEF1FF}" dt="2021-10-05T01:57:04.814" v="128"/>
          <ac:spMkLst>
            <pc:docMk/>
            <pc:sldMk cId="1002693141" sldId="670"/>
            <ac:spMk id="2" creationId="{9500B45B-2A7A-4F6B-A5EC-140ECCE9952A}"/>
          </ac:spMkLst>
        </pc:spChg>
        <pc:spChg chg="mod">
          <ac:chgData name="Jian Yu" userId="71e57746-694f-4b85-845f-0534340178c6" providerId="ADAL" clId="{1B5A3784-519E-4971-8B38-3CD27EFEF1FF}" dt="2021-10-05T01:57:08.667" v="129"/>
          <ac:spMkLst>
            <pc:docMk/>
            <pc:sldMk cId="1002693141" sldId="670"/>
            <ac:spMk id="3" creationId="{2F369785-3A14-4F31-8A11-1830DAC6B402}"/>
          </ac:spMkLst>
        </pc:spChg>
      </pc:sldChg>
      <pc:sldChg chg="modSp new mod">
        <pc:chgData name="Jian Yu" userId="71e57746-694f-4b85-845f-0534340178c6" providerId="ADAL" clId="{1B5A3784-519E-4971-8B38-3CD27EFEF1FF}" dt="2021-10-05T02:00:40.222" v="141" actId="20577"/>
        <pc:sldMkLst>
          <pc:docMk/>
          <pc:sldMk cId="1462095390" sldId="671"/>
        </pc:sldMkLst>
        <pc:spChg chg="mod">
          <ac:chgData name="Jian Yu" userId="71e57746-694f-4b85-845f-0534340178c6" providerId="ADAL" clId="{1B5A3784-519E-4971-8B38-3CD27EFEF1FF}" dt="2021-10-05T02:00:40.222" v="141" actId="20577"/>
          <ac:spMkLst>
            <pc:docMk/>
            <pc:sldMk cId="1462095390" sldId="671"/>
            <ac:spMk id="2" creationId="{12285BFE-A5FB-48D3-A853-29AB8209308F}"/>
          </ac:spMkLst>
        </pc:spChg>
        <pc:spChg chg="mod">
          <ac:chgData name="Jian Yu" userId="71e57746-694f-4b85-845f-0534340178c6" providerId="ADAL" clId="{1B5A3784-519E-4971-8B38-3CD27EFEF1FF}" dt="2021-10-05T01:59:32.842" v="134" actId="207"/>
          <ac:spMkLst>
            <pc:docMk/>
            <pc:sldMk cId="1462095390" sldId="671"/>
            <ac:spMk id="3" creationId="{BF83403F-E4F7-4766-A60A-BFC27EB0CA3F}"/>
          </ac:spMkLst>
        </pc:spChg>
      </pc:sldChg>
      <pc:sldChg chg="addSp delSp modSp new mod">
        <pc:chgData name="Jian Yu" userId="71e57746-694f-4b85-845f-0534340178c6" providerId="ADAL" clId="{1B5A3784-519E-4971-8B38-3CD27EFEF1FF}" dt="2021-10-05T02:00:52.928" v="142"/>
        <pc:sldMkLst>
          <pc:docMk/>
          <pc:sldMk cId="1850845748" sldId="672"/>
        </pc:sldMkLst>
        <pc:spChg chg="mod">
          <ac:chgData name="Jian Yu" userId="71e57746-694f-4b85-845f-0534340178c6" providerId="ADAL" clId="{1B5A3784-519E-4971-8B38-3CD27EFEF1FF}" dt="2021-10-05T02:00:52.928" v="142"/>
          <ac:spMkLst>
            <pc:docMk/>
            <pc:sldMk cId="1850845748" sldId="672"/>
            <ac:spMk id="2" creationId="{0276396D-CAA5-4815-B7D4-1161A8A81876}"/>
          </ac:spMkLst>
        </pc:spChg>
        <pc:spChg chg="del">
          <ac:chgData name="Jian Yu" userId="71e57746-694f-4b85-845f-0534340178c6" providerId="ADAL" clId="{1B5A3784-519E-4971-8B38-3CD27EFEF1FF}" dt="2021-10-05T02:00:15.062" v="135" actId="478"/>
          <ac:spMkLst>
            <pc:docMk/>
            <pc:sldMk cId="1850845748" sldId="672"/>
            <ac:spMk id="3" creationId="{FB9E4CF0-C918-4EDA-8967-1789C2EF4B32}"/>
          </ac:spMkLst>
        </pc:spChg>
        <pc:picChg chg="add mod">
          <ac:chgData name="Jian Yu" userId="71e57746-694f-4b85-845f-0534340178c6" providerId="ADAL" clId="{1B5A3784-519E-4971-8B38-3CD27EFEF1FF}" dt="2021-10-05T02:00:32.621" v="140" actId="1076"/>
          <ac:picMkLst>
            <pc:docMk/>
            <pc:sldMk cId="1850845748" sldId="672"/>
            <ac:picMk id="4" creationId="{9613C4E1-0716-4980-BFA0-4581EF27CB64}"/>
          </ac:picMkLst>
        </pc:picChg>
      </pc:sldChg>
      <pc:sldChg chg="addSp delSp modSp new mod">
        <pc:chgData name="Jian Yu" userId="71e57746-694f-4b85-845f-0534340178c6" providerId="ADAL" clId="{1B5A3784-519E-4971-8B38-3CD27EFEF1FF}" dt="2021-10-05T02:02:50.372" v="177" actId="20577"/>
        <pc:sldMkLst>
          <pc:docMk/>
          <pc:sldMk cId="2993827142" sldId="673"/>
        </pc:sldMkLst>
        <pc:spChg chg="mod">
          <ac:chgData name="Jian Yu" userId="71e57746-694f-4b85-845f-0534340178c6" providerId="ADAL" clId="{1B5A3784-519E-4971-8B38-3CD27EFEF1FF}" dt="2021-10-05T02:02:50.372" v="177" actId="20577"/>
          <ac:spMkLst>
            <pc:docMk/>
            <pc:sldMk cId="2993827142" sldId="673"/>
            <ac:spMk id="2" creationId="{58DB4175-1AF2-4CC3-9669-86B0918E55E0}"/>
          </ac:spMkLst>
        </pc:spChg>
        <pc:spChg chg="del">
          <ac:chgData name="Jian Yu" userId="71e57746-694f-4b85-845f-0534340178c6" providerId="ADAL" clId="{1B5A3784-519E-4971-8B38-3CD27EFEF1FF}" dt="2021-10-05T02:02:31.900" v="172" actId="478"/>
          <ac:spMkLst>
            <pc:docMk/>
            <pc:sldMk cId="2993827142" sldId="673"/>
            <ac:spMk id="3" creationId="{B5B412AB-B72D-4B30-AB48-918325374783}"/>
          </ac:spMkLst>
        </pc:spChg>
        <pc:picChg chg="add mod">
          <ac:chgData name="Jian Yu" userId="71e57746-694f-4b85-845f-0534340178c6" providerId="ADAL" clId="{1B5A3784-519E-4971-8B38-3CD27EFEF1FF}" dt="2021-10-05T02:02:36.187" v="175" actId="14100"/>
          <ac:picMkLst>
            <pc:docMk/>
            <pc:sldMk cId="2993827142" sldId="673"/>
            <ac:picMk id="4" creationId="{94BC09DD-62A3-4C14-8067-F37EB8E38543}"/>
          </ac:picMkLst>
        </pc:picChg>
      </pc:sldChg>
      <pc:sldChg chg="addSp delSp modSp new mod">
        <pc:chgData name="Jian Yu" userId="71e57746-694f-4b85-845f-0534340178c6" providerId="ADAL" clId="{1B5A3784-519E-4971-8B38-3CD27EFEF1FF}" dt="2021-10-05T02:04:59.771" v="267" actId="1076"/>
        <pc:sldMkLst>
          <pc:docMk/>
          <pc:sldMk cId="4282649897" sldId="674"/>
        </pc:sldMkLst>
        <pc:spChg chg="mod">
          <ac:chgData name="Jian Yu" userId="71e57746-694f-4b85-845f-0534340178c6" providerId="ADAL" clId="{1B5A3784-519E-4971-8B38-3CD27EFEF1FF}" dt="2021-10-05T02:04:42.241" v="264" actId="313"/>
          <ac:spMkLst>
            <pc:docMk/>
            <pc:sldMk cId="4282649897" sldId="674"/>
            <ac:spMk id="2" creationId="{5A619569-EB0A-4842-82DF-EAE4AF0A99E4}"/>
          </ac:spMkLst>
        </pc:spChg>
        <pc:spChg chg="del">
          <ac:chgData name="Jian Yu" userId="71e57746-694f-4b85-845f-0534340178c6" providerId="ADAL" clId="{1B5A3784-519E-4971-8B38-3CD27EFEF1FF}" dt="2021-10-05T02:03:21.343" v="178" actId="478"/>
          <ac:spMkLst>
            <pc:docMk/>
            <pc:sldMk cId="4282649897" sldId="674"/>
            <ac:spMk id="3" creationId="{4EC97B7C-1105-4199-9B07-B71421A8C330}"/>
          </ac:spMkLst>
        </pc:spChg>
        <pc:spChg chg="add mod">
          <ac:chgData name="Jian Yu" userId="71e57746-694f-4b85-845f-0534340178c6" providerId="ADAL" clId="{1B5A3784-519E-4971-8B38-3CD27EFEF1FF}" dt="2021-10-05T02:04:56.473" v="266" actId="1076"/>
          <ac:spMkLst>
            <pc:docMk/>
            <pc:sldMk cId="4282649897" sldId="674"/>
            <ac:spMk id="5" creationId="{02E3B7F9-B895-4470-ACD4-EABFBC31A894}"/>
          </ac:spMkLst>
        </pc:spChg>
        <pc:graphicFrameChg chg="add mod">
          <ac:chgData name="Jian Yu" userId="71e57746-694f-4b85-845f-0534340178c6" providerId="ADAL" clId="{1B5A3784-519E-4971-8B38-3CD27EFEF1FF}" dt="2021-10-05T02:04:59.771" v="267" actId="1076"/>
          <ac:graphicFrameMkLst>
            <pc:docMk/>
            <pc:sldMk cId="4282649897" sldId="674"/>
            <ac:graphicFrameMk id="4" creationId="{5D15E9F4-1569-4971-A4D0-36C1830EE713}"/>
          </ac:graphicFrameMkLst>
        </pc:graphicFrameChg>
      </pc:sldChg>
      <pc:sldChg chg="addSp delSp modSp new mod">
        <pc:chgData name="Jian Yu" userId="71e57746-694f-4b85-845f-0534340178c6" providerId="ADAL" clId="{1B5A3784-519E-4971-8B38-3CD27EFEF1FF}" dt="2021-10-05T02:05:48.360" v="296" actId="20577"/>
        <pc:sldMkLst>
          <pc:docMk/>
          <pc:sldMk cId="4169205612" sldId="675"/>
        </pc:sldMkLst>
        <pc:spChg chg="mod">
          <ac:chgData name="Jian Yu" userId="71e57746-694f-4b85-845f-0534340178c6" providerId="ADAL" clId="{1B5A3784-519E-4971-8B38-3CD27EFEF1FF}" dt="2021-10-05T02:05:48.360" v="296" actId="20577"/>
          <ac:spMkLst>
            <pc:docMk/>
            <pc:sldMk cId="4169205612" sldId="675"/>
            <ac:spMk id="2" creationId="{4DD3707A-8B64-4258-8093-506B0280A725}"/>
          </ac:spMkLst>
        </pc:spChg>
        <pc:spChg chg="del">
          <ac:chgData name="Jian Yu" userId="71e57746-694f-4b85-845f-0534340178c6" providerId="ADAL" clId="{1B5A3784-519E-4971-8B38-3CD27EFEF1FF}" dt="2021-10-05T02:05:37.608" v="268" actId="478"/>
          <ac:spMkLst>
            <pc:docMk/>
            <pc:sldMk cId="4169205612" sldId="675"/>
            <ac:spMk id="3" creationId="{E2262431-340A-4448-8A02-AD0D6307FA7A}"/>
          </ac:spMkLst>
        </pc:spChg>
        <pc:picChg chg="add mod">
          <ac:chgData name="Jian Yu" userId="71e57746-694f-4b85-845f-0534340178c6" providerId="ADAL" clId="{1B5A3784-519E-4971-8B38-3CD27EFEF1FF}" dt="2021-10-05T02:05:41.120" v="271" actId="14100"/>
          <ac:picMkLst>
            <pc:docMk/>
            <pc:sldMk cId="4169205612" sldId="675"/>
            <ac:picMk id="4" creationId="{1E503C58-4EF4-4677-A66D-255D83D0EF0B}"/>
          </ac:picMkLst>
        </pc:picChg>
      </pc:sldChg>
      <pc:sldChg chg="modSp new mod">
        <pc:chgData name="Jian Yu" userId="71e57746-694f-4b85-845f-0534340178c6" providerId="ADAL" clId="{1B5A3784-519E-4971-8B38-3CD27EFEF1FF}" dt="2021-10-05T02:06:06.675" v="298"/>
        <pc:sldMkLst>
          <pc:docMk/>
          <pc:sldMk cId="4235581365" sldId="676"/>
        </pc:sldMkLst>
        <pc:spChg chg="mod">
          <ac:chgData name="Jian Yu" userId="71e57746-694f-4b85-845f-0534340178c6" providerId="ADAL" clId="{1B5A3784-519E-4971-8B38-3CD27EFEF1FF}" dt="2021-10-05T02:06:02.938" v="297"/>
          <ac:spMkLst>
            <pc:docMk/>
            <pc:sldMk cId="4235581365" sldId="676"/>
            <ac:spMk id="2" creationId="{BFBF05D6-3259-435C-9B30-19612AF09AEE}"/>
          </ac:spMkLst>
        </pc:spChg>
        <pc:spChg chg="mod">
          <ac:chgData name="Jian Yu" userId="71e57746-694f-4b85-845f-0534340178c6" providerId="ADAL" clId="{1B5A3784-519E-4971-8B38-3CD27EFEF1FF}" dt="2021-10-05T02:06:06.675" v="298"/>
          <ac:spMkLst>
            <pc:docMk/>
            <pc:sldMk cId="4235581365" sldId="676"/>
            <ac:spMk id="3" creationId="{65D6265F-80B5-4A83-82BA-D1561AF87F01}"/>
          </ac:spMkLst>
        </pc:spChg>
      </pc:sldChg>
      <pc:sldChg chg="modSp new del mod">
        <pc:chgData name="Jian Yu" userId="71e57746-694f-4b85-845f-0534340178c6" providerId="ADAL" clId="{1B5A3784-519E-4971-8B38-3CD27EFEF1FF}" dt="2021-10-05T02:07:36.075" v="307" actId="47"/>
        <pc:sldMkLst>
          <pc:docMk/>
          <pc:sldMk cId="3516962827" sldId="677"/>
        </pc:sldMkLst>
        <pc:spChg chg="mod">
          <ac:chgData name="Jian Yu" userId="71e57746-694f-4b85-845f-0534340178c6" providerId="ADAL" clId="{1B5A3784-519E-4971-8B38-3CD27EFEF1FF}" dt="2021-10-05T02:06:36.370" v="305"/>
          <ac:spMkLst>
            <pc:docMk/>
            <pc:sldMk cId="3516962827" sldId="677"/>
            <ac:spMk id="2" creationId="{C19436A7-A57D-456A-B611-B8BD64EC2C5B}"/>
          </ac:spMkLst>
        </pc:spChg>
        <pc:spChg chg="mod">
          <ac:chgData name="Jian Yu" userId="71e57746-694f-4b85-845f-0534340178c6" providerId="ADAL" clId="{1B5A3784-519E-4971-8B38-3CD27EFEF1FF}" dt="2021-10-05T02:06:40.836" v="306"/>
          <ac:spMkLst>
            <pc:docMk/>
            <pc:sldMk cId="3516962827" sldId="677"/>
            <ac:spMk id="3" creationId="{B0A0325F-B18F-4761-9B60-45E98CF6077B}"/>
          </ac:spMkLst>
        </pc:spChg>
      </pc:sldChg>
      <pc:sldChg chg="modSp new mod">
        <pc:chgData name="Jian Yu" userId="71e57746-694f-4b85-845f-0534340178c6" providerId="ADAL" clId="{1B5A3784-519E-4971-8B38-3CD27EFEF1FF}" dt="2022-10-08T22:17:40.345" v="840" actId="207"/>
        <pc:sldMkLst>
          <pc:docMk/>
          <pc:sldMk cId="1282907504" sldId="678"/>
        </pc:sldMkLst>
        <pc:spChg chg="mod">
          <ac:chgData name="Jian Yu" userId="71e57746-694f-4b85-845f-0534340178c6" providerId="ADAL" clId="{1B5A3784-519E-4971-8B38-3CD27EFEF1FF}" dt="2021-10-05T02:07:41.223" v="308"/>
          <ac:spMkLst>
            <pc:docMk/>
            <pc:sldMk cId="1282907504" sldId="678"/>
            <ac:spMk id="2" creationId="{A1F29736-DC66-4248-A840-E8AAC45D83AF}"/>
          </ac:spMkLst>
        </pc:spChg>
        <pc:spChg chg="mod">
          <ac:chgData name="Jian Yu" userId="71e57746-694f-4b85-845f-0534340178c6" providerId="ADAL" clId="{1B5A3784-519E-4971-8B38-3CD27EFEF1FF}" dt="2022-10-08T22:17:40.345" v="840" actId="207"/>
          <ac:spMkLst>
            <pc:docMk/>
            <pc:sldMk cId="1282907504" sldId="678"/>
            <ac:spMk id="3" creationId="{CBCCBC37-170A-4E90-B22E-742C523F1F23}"/>
          </ac:spMkLst>
        </pc:spChg>
      </pc:sldChg>
      <pc:sldChg chg="addSp delSp modSp new mod">
        <pc:chgData name="Jian Yu" userId="71e57746-694f-4b85-845f-0534340178c6" providerId="ADAL" clId="{1B5A3784-519E-4971-8B38-3CD27EFEF1FF}" dt="2021-10-05T02:08:14.469" v="315" actId="14100"/>
        <pc:sldMkLst>
          <pc:docMk/>
          <pc:sldMk cId="888608996" sldId="679"/>
        </pc:sldMkLst>
        <pc:spChg chg="mod">
          <ac:chgData name="Jian Yu" userId="71e57746-694f-4b85-845f-0534340178c6" providerId="ADAL" clId="{1B5A3784-519E-4971-8B38-3CD27EFEF1FF}" dt="2021-10-05T02:08:06.376" v="311"/>
          <ac:spMkLst>
            <pc:docMk/>
            <pc:sldMk cId="888608996" sldId="679"/>
            <ac:spMk id="2" creationId="{7855184E-93DB-4717-90A4-8E00DCDF2253}"/>
          </ac:spMkLst>
        </pc:spChg>
        <pc:spChg chg="del">
          <ac:chgData name="Jian Yu" userId="71e57746-694f-4b85-845f-0534340178c6" providerId="ADAL" clId="{1B5A3784-519E-4971-8B38-3CD27EFEF1FF}" dt="2021-10-05T02:08:10.749" v="312" actId="478"/>
          <ac:spMkLst>
            <pc:docMk/>
            <pc:sldMk cId="888608996" sldId="679"/>
            <ac:spMk id="3" creationId="{DAC68E14-09BE-4D6B-AB05-3B23F54AE203}"/>
          </ac:spMkLst>
        </pc:spChg>
        <pc:picChg chg="add mod">
          <ac:chgData name="Jian Yu" userId="71e57746-694f-4b85-845f-0534340178c6" providerId="ADAL" clId="{1B5A3784-519E-4971-8B38-3CD27EFEF1FF}" dt="2021-10-05T02:08:14.469" v="315" actId="14100"/>
          <ac:picMkLst>
            <pc:docMk/>
            <pc:sldMk cId="888608996" sldId="679"/>
            <ac:picMk id="4" creationId="{3E687299-FC96-4AB0-9E0A-BCA07B10938E}"/>
          </ac:picMkLst>
        </pc:picChg>
      </pc:sldChg>
      <pc:sldChg chg="modSp new mod">
        <pc:chgData name="Jian Yu" userId="71e57746-694f-4b85-845f-0534340178c6" providerId="ADAL" clId="{1B5A3784-519E-4971-8B38-3CD27EFEF1FF}" dt="2021-10-05T02:11:22.954" v="326" actId="207"/>
        <pc:sldMkLst>
          <pc:docMk/>
          <pc:sldMk cId="1047920037" sldId="680"/>
        </pc:sldMkLst>
        <pc:spChg chg="mod">
          <ac:chgData name="Jian Yu" userId="71e57746-694f-4b85-845f-0534340178c6" providerId="ADAL" clId="{1B5A3784-519E-4971-8B38-3CD27EFEF1FF}" dt="2021-10-05T02:09:27.147" v="316"/>
          <ac:spMkLst>
            <pc:docMk/>
            <pc:sldMk cId="1047920037" sldId="680"/>
            <ac:spMk id="2" creationId="{673DB5D4-355B-4B22-84E0-A83A4E88266C}"/>
          </ac:spMkLst>
        </pc:spChg>
        <pc:spChg chg="mod">
          <ac:chgData name="Jian Yu" userId="71e57746-694f-4b85-845f-0534340178c6" providerId="ADAL" clId="{1B5A3784-519E-4971-8B38-3CD27EFEF1FF}" dt="2021-10-05T02:11:22.954" v="326" actId="207"/>
          <ac:spMkLst>
            <pc:docMk/>
            <pc:sldMk cId="1047920037" sldId="680"/>
            <ac:spMk id="3" creationId="{DA90D602-31A4-42F7-9E5B-0F83932A18E7}"/>
          </ac:spMkLst>
        </pc:spChg>
      </pc:sldChg>
      <pc:sldChg chg="addSp delSp modSp new mod">
        <pc:chgData name="Jian Yu" userId="71e57746-694f-4b85-845f-0534340178c6" providerId="ADAL" clId="{1B5A3784-519E-4971-8B38-3CD27EFEF1FF}" dt="2021-10-05T02:10:16.374" v="325" actId="1076"/>
        <pc:sldMkLst>
          <pc:docMk/>
          <pc:sldMk cId="1383722163" sldId="681"/>
        </pc:sldMkLst>
        <pc:spChg chg="mod">
          <ac:chgData name="Jian Yu" userId="71e57746-694f-4b85-845f-0534340178c6" providerId="ADAL" clId="{1B5A3784-519E-4971-8B38-3CD27EFEF1FF}" dt="2021-10-05T02:10:05.649" v="320"/>
          <ac:spMkLst>
            <pc:docMk/>
            <pc:sldMk cId="1383722163" sldId="681"/>
            <ac:spMk id="2" creationId="{F65D013F-5726-4EE1-9339-CAED84935E4B}"/>
          </ac:spMkLst>
        </pc:spChg>
        <pc:spChg chg="del">
          <ac:chgData name="Jian Yu" userId="71e57746-694f-4b85-845f-0534340178c6" providerId="ADAL" clId="{1B5A3784-519E-4971-8B38-3CD27EFEF1FF}" dt="2021-10-05T02:10:10.228" v="321" actId="478"/>
          <ac:spMkLst>
            <pc:docMk/>
            <pc:sldMk cId="1383722163" sldId="681"/>
            <ac:spMk id="3" creationId="{F0115A7F-440B-43BB-AA79-3B5C5CCDD6BA}"/>
          </ac:spMkLst>
        </pc:spChg>
        <pc:picChg chg="add mod">
          <ac:chgData name="Jian Yu" userId="71e57746-694f-4b85-845f-0534340178c6" providerId="ADAL" clId="{1B5A3784-519E-4971-8B38-3CD27EFEF1FF}" dt="2021-10-05T02:10:16.374" v="325" actId="1076"/>
          <ac:picMkLst>
            <pc:docMk/>
            <pc:sldMk cId="1383722163" sldId="681"/>
            <ac:picMk id="4" creationId="{8654AB4D-EAC2-4E9A-9862-E28186BE4155}"/>
          </ac:picMkLst>
        </pc:picChg>
      </pc:sldChg>
      <pc:sldChg chg="modSp new mod">
        <pc:chgData name="Jian Yu" userId="71e57746-694f-4b85-845f-0534340178c6" providerId="ADAL" clId="{1B5A3784-519E-4971-8B38-3CD27EFEF1FF}" dt="2021-10-05T02:12:02.535" v="328"/>
        <pc:sldMkLst>
          <pc:docMk/>
          <pc:sldMk cId="3545841716" sldId="682"/>
        </pc:sldMkLst>
        <pc:spChg chg="mod">
          <ac:chgData name="Jian Yu" userId="71e57746-694f-4b85-845f-0534340178c6" providerId="ADAL" clId="{1B5A3784-519E-4971-8B38-3CD27EFEF1FF}" dt="2021-10-05T02:11:58.764" v="327"/>
          <ac:spMkLst>
            <pc:docMk/>
            <pc:sldMk cId="3545841716" sldId="682"/>
            <ac:spMk id="2" creationId="{0DE5CE38-3FB5-4B0C-8061-75B8C0BBED27}"/>
          </ac:spMkLst>
        </pc:spChg>
        <pc:spChg chg="mod">
          <ac:chgData name="Jian Yu" userId="71e57746-694f-4b85-845f-0534340178c6" providerId="ADAL" clId="{1B5A3784-519E-4971-8B38-3CD27EFEF1FF}" dt="2021-10-05T02:12:02.535" v="328"/>
          <ac:spMkLst>
            <pc:docMk/>
            <pc:sldMk cId="3545841716" sldId="682"/>
            <ac:spMk id="3" creationId="{72C2D0A3-8E1C-44B9-939F-39FAA12595C5}"/>
          </ac:spMkLst>
        </pc:spChg>
      </pc:sldChg>
      <pc:sldChg chg="modSp new mod">
        <pc:chgData name="Jian Yu" userId="71e57746-694f-4b85-845f-0534340178c6" providerId="ADAL" clId="{1B5A3784-519E-4971-8B38-3CD27EFEF1FF}" dt="2021-10-05T02:13:19.991" v="335"/>
        <pc:sldMkLst>
          <pc:docMk/>
          <pc:sldMk cId="2513136646" sldId="683"/>
        </pc:sldMkLst>
        <pc:spChg chg="mod">
          <ac:chgData name="Jian Yu" userId="71e57746-694f-4b85-845f-0534340178c6" providerId="ADAL" clId="{1B5A3784-519E-4971-8B38-3CD27EFEF1FF}" dt="2021-10-05T02:13:15.766" v="334"/>
          <ac:spMkLst>
            <pc:docMk/>
            <pc:sldMk cId="2513136646" sldId="683"/>
            <ac:spMk id="2" creationId="{80E71365-DE88-478A-8FFA-A3C00A4DCE32}"/>
          </ac:spMkLst>
        </pc:spChg>
        <pc:spChg chg="mod">
          <ac:chgData name="Jian Yu" userId="71e57746-694f-4b85-845f-0534340178c6" providerId="ADAL" clId="{1B5A3784-519E-4971-8B38-3CD27EFEF1FF}" dt="2021-10-05T02:13:19.991" v="335"/>
          <ac:spMkLst>
            <pc:docMk/>
            <pc:sldMk cId="2513136646" sldId="683"/>
            <ac:spMk id="3" creationId="{F47589D5-C38B-445E-BE08-AC8FD9F21960}"/>
          </ac:spMkLst>
        </pc:spChg>
      </pc:sldChg>
      <pc:sldChg chg="modSp new mod">
        <pc:chgData name="Jian Yu" userId="71e57746-694f-4b85-845f-0534340178c6" providerId="ADAL" clId="{1B5A3784-519E-4971-8B38-3CD27EFEF1FF}" dt="2021-10-05T02:13:56.891" v="337"/>
        <pc:sldMkLst>
          <pc:docMk/>
          <pc:sldMk cId="259113568" sldId="684"/>
        </pc:sldMkLst>
        <pc:spChg chg="mod">
          <ac:chgData name="Jian Yu" userId="71e57746-694f-4b85-845f-0534340178c6" providerId="ADAL" clId="{1B5A3784-519E-4971-8B38-3CD27EFEF1FF}" dt="2021-10-05T02:13:53.705" v="336"/>
          <ac:spMkLst>
            <pc:docMk/>
            <pc:sldMk cId="259113568" sldId="684"/>
            <ac:spMk id="2" creationId="{094DEC75-B364-4D89-AC8D-196C0202CF7B}"/>
          </ac:spMkLst>
        </pc:spChg>
        <pc:spChg chg="mod">
          <ac:chgData name="Jian Yu" userId="71e57746-694f-4b85-845f-0534340178c6" providerId="ADAL" clId="{1B5A3784-519E-4971-8B38-3CD27EFEF1FF}" dt="2021-10-05T02:13:56.891" v="337"/>
          <ac:spMkLst>
            <pc:docMk/>
            <pc:sldMk cId="259113568" sldId="684"/>
            <ac:spMk id="3" creationId="{19992F30-F2F1-4C38-B4C1-8FD262DFBE0E}"/>
          </ac:spMkLst>
        </pc:spChg>
      </pc:sldChg>
      <pc:sldChg chg="addSp modSp new mod">
        <pc:chgData name="Jian Yu" userId="71e57746-694f-4b85-845f-0534340178c6" providerId="ADAL" clId="{1B5A3784-519E-4971-8B38-3CD27EFEF1FF}" dt="2021-10-05T02:14:48.827" v="343" actId="14100"/>
        <pc:sldMkLst>
          <pc:docMk/>
          <pc:sldMk cId="2510335832" sldId="685"/>
        </pc:sldMkLst>
        <pc:spChg chg="mod">
          <ac:chgData name="Jian Yu" userId="71e57746-694f-4b85-845f-0534340178c6" providerId="ADAL" clId="{1B5A3784-519E-4971-8B38-3CD27EFEF1FF}" dt="2021-10-05T02:14:29.317" v="338"/>
          <ac:spMkLst>
            <pc:docMk/>
            <pc:sldMk cId="2510335832" sldId="685"/>
            <ac:spMk id="2" creationId="{6F026212-2997-4B8E-A608-2DBA5698197E}"/>
          </ac:spMkLst>
        </pc:spChg>
        <pc:spChg chg="mod">
          <ac:chgData name="Jian Yu" userId="71e57746-694f-4b85-845f-0534340178c6" providerId="ADAL" clId="{1B5A3784-519E-4971-8B38-3CD27EFEF1FF}" dt="2021-10-05T02:14:41.984" v="340" actId="14100"/>
          <ac:spMkLst>
            <pc:docMk/>
            <pc:sldMk cId="2510335832" sldId="685"/>
            <ac:spMk id="3" creationId="{39BF537B-9150-47E2-8934-DDA61441705B}"/>
          </ac:spMkLst>
        </pc:spChg>
        <pc:picChg chg="add mod">
          <ac:chgData name="Jian Yu" userId="71e57746-694f-4b85-845f-0534340178c6" providerId="ADAL" clId="{1B5A3784-519E-4971-8B38-3CD27EFEF1FF}" dt="2021-10-05T02:14:48.827" v="343" actId="14100"/>
          <ac:picMkLst>
            <pc:docMk/>
            <pc:sldMk cId="2510335832" sldId="685"/>
            <ac:picMk id="4" creationId="{8402983B-75EF-481E-BB1B-213A19FCA100}"/>
          </ac:picMkLst>
        </pc:picChg>
      </pc:sldChg>
      <pc:sldChg chg="addSp modSp new del mod">
        <pc:chgData name="Jian Yu" userId="71e57746-694f-4b85-845f-0534340178c6" providerId="ADAL" clId="{1B5A3784-519E-4971-8B38-3CD27EFEF1FF}" dt="2021-10-05T02:18:26.502" v="350" actId="47"/>
        <pc:sldMkLst>
          <pc:docMk/>
          <pc:sldMk cId="2641007716" sldId="686"/>
        </pc:sldMkLst>
        <pc:spChg chg="mod">
          <ac:chgData name="Jian Yu" userId="71e57746-694f-4b85-845f-0534340178c6" providerId="ADAL" clId="{1B5A3784-519E-4971-8B38-3CD27EFEF1FF}" dt="2021-10-05T02:16:08.026" v="344"/>
          <ac:spMkLst>
            <pc:docMk/>
            <pc:sldMk cId="2641007716" sldId="686"/>
            <ac:spMk id="2" creationId="{9359EF8F-3FD0-4AF0-BBC5-2F13E43C6241}"/>
          </ac:spMkLst>
        </pc:spChg>
        <pc:spChg chg="mod">
          <ac:chgData name="Jian Yu" userId="71e57746-694f-4b85-845f-0534340178c6" providerId="ADAL" clId="{1B5A3784-519E-4971-8B38-3CD27EFEF1FF}" dt="2021-10-05T02:16:15.487" v="346" actId="14100"/>
          <ac:spMkLst>
            <pc:docMk/>
            <pc:sldMk cId="2641007716" sldId="686"/>
            <ac:spMk id="3" creationId="{574A2C53-A12B-4624-B8E7-73B6A823D894}"/>
          </ac:spMkLst>
        </pc:spChg>
        <pc:picChg chg="add mod">
          <ac:chgData name="Jian Yu" userId="71e57746-694f-4b85-845f-0534340178c6" providerId="ADAL" clId="{1B5A3784-519E-4971-8B38-3CD27EFEF1FF}" dt="2021-10-05T02:16:22.609" v="349" actId="14100"/>
          <ac:picMkLst>
            <pc:docMk/>
            <pc:sldMk cId="2641007716" sldId="686"/>
            <ac:picMk id="4" creationId="{DBFDBF0B-0627-4C1F-B0EB-DF7458869EED}"/>
          </ac:picMkLst>
        </pc:picChg>
      </pc:sldChg>
      <pc:sldChg chg="addSp delSp modSp new mod">
        <pc:chgData name="Jian Yu" userId="71e57746-694f-4b85-845f-0534340178c6" providerId="ADAL" clId="{1B5A3784-519E-4971-8B38-3CD27EFEF1FF}" dt="2021-10-05T02:20:30.378" v="366" actId="14100"/>
        <pc:sldMkLst>
          <pc:docMk/>
          <pc:sldMk cId="2710850989" sldId="687"/>
        </pc:sldMkLst>
        <pc:spChg chg="mod">
          <ac:chgData name="Jian Yu" userId="71e57746-694f-4b85-845f-0534340178c6" providerId="ADAL" clId="{1B5A3784-519E-4971-8B38-3CD27EFEF1FF}" dt="2021-10-05T02:20:16.651" v="360"/>
          <ac:spMkLst>
            <pc:docMk/>
            <pc:sldMk cId="2710850989" sldId="687"/>
            <ac:spMk id="2" creationId="{375D2FDA-C40B-4D75-9EBA-FED206976B66}"/>
          </ac:spMkLst>
        </pc:spChg>
        <pc:spChg chg="del">
          <ac:chgData name="Jian Yu" userId="71e57746-694f-4b85-845f-0534340178c6" providerId="ADAL" clId="{1B5A3784-519E-4971-8B38-3CD27EFEF1FF}" dt="2021-10-05T02:20:20.786" v="361" actId="478"/>
          <ac:spMkLst>
            <pc:docMk/>
            <pc:sldMk cId="2710850989" sldId="687"/>
            <ac:spMk id="3" creationId="{0B82A4B8-601A-4434-BABD-B8A9F1BBCF0D}"/>
          </ac:spMkLst>
        </pc:spChg>
        <pc:picChg chg="add mod">
          <ac:chgData name="Jian Yu" userId="71e57746-694f-4b85-845f-0534340178c6" providerId="ADAL" clId="{1B5A3784-519E-4971-8B38-3CD27EFEF1FF}" dt="2021-10-05T02:20:30.378" v="366" actId="14100"/>
          <ac:picMkLst>
            <pc:docMk/>
            <pc:sldMk cId="2710850989" sldId="687"/>
            <ac:picMk id="4" creationId="{EC3F11ED-4789-4B59-962C-BB10395E48D3}"/>
          </ac:picMkLst>
        </pc:picChg>
      </pc:sldChg>
      <pc:sldChg chg="modSp new mod">
        <pc:chgData name="Jian Yu" userId="71e57746-694f-4b85-845f-0534340178c6" providerId="ADAL" clId="{1B5A3784-519E-4971-8B38-3CD27EFEF1FF}" dt="2021-10-05T02:18:40.907" v="355"/>
        <pc:sldMkLst>
          <pc:docMk/>
          <pc:sldMk cId="2345463310" sldId="688"/>
        </pc:sldMkLst>
        <pc:spChg chg="mod">
          <ac:chgData name="Jian Yu" userId="71e57746-694f-4b85-845f-0534340178c6" providerId="ADAL" clId="{1B5A3784-519E-4971-8B38-3CD27EFEF1FF}" dt="2021-10-05T02:18:37.512" v="354"/>
          <ac:spMkLst>
            <pc:docMk/>
            <pc:sldMk cId="2345463310" sldId="688"/>
            <ac:spMk id="2" creationId="{FC8C148C-1FB1-4119-A3C6-890BF84805FD}"/>
          </ac:spMkLst>
        </pc:spChg>
        <pc:spChg chg="mod">
          <ac:chgData name="Jian Yu" userId="71e57746-694f-4b85-845f-0534340178c6" providerId="ADAL" clId="{1B5A3784-519E-4971-8B38-3CD27EFEF1FF}" dt="2021-10-05T02:18:40.907" v="355"/>
          <ac:spMkLst>
            <pc:docMk/>
            <pc:sldMk cId="2345463310" sldId="688"/>
            <ac:spMk id="3" creationId="{170691A0-416A-45F4-8BD7-8310F527FE25}"/>
          </ac:spMkLst>
        </pc:spChg>
      </pc:sldChg>
      <pc:sldChg chg="modSp new mod">
        <pc:chgData name="Jian Yu" userId="71e57746-694f-4b85-845f-0534340178c6" providerId="ADAL" clId="{1B5A3784-519E-4971-8B38-3CD27EFEF1FF}" dt="2021-10-05T02:19:37.557" v="357"/>
        <pc:sldMkLst>
          <pc:docMk/>
          <pc:sldMk cId="2375093857" sldId="689"/>
        </pc:sldMkLst>
        <pc:spChg chg="mod">
          <ac:chgData name="Jian Yu" userId="71e57746-694f-4b85-845f-0534340178c6" providerId="ADAL" clId="{1B5A3784-519E-4971-8B38-3CD27EFEF1FF}" dt="2021-10-05T02:19:33.641" v="356"/>
          <ac:spMkLst>
            <pc:docMk/>
            <pc:sldMk cId="2375093857" sldId="689"/>
            <ac:spMk id="2" creationId="{1F01F6F0-51C0-4EFB-A739-BD19858B9E28}"/>
          </ac:spMkLst>
        </pc:spChg>
        <pc:spChg chg="mod">
          <ac:chgData name="Jian Yu" userId="71e57746-694f-4b85-845f-0534340178c6" providerId="ADAL" clId="{1B5A3784-519E-4971-8B38-3CD27EFEF1FF}" dt="2021-10-05T02:19:37.557" v="357"/>
          <ac:spMkLst>
            <pc:docMk/>
            <pc:sldMk cId="2375093857" sldId="689"/>
            <ac:spMk id="3" creationId="{1B6DE787-420F-49DB-98BC-C73FE2CA9F6C}"/>
          </ac:spMkLst>
        </pc:spChg>
      </pc:sldChg>
      <pc:sldChg chg="modSp new mod">
        <pc:chgData name="Jian Yu" userId="71e57746-694f-4b85-845f-0534340178c6" providerId="ADAL" clId="{1B5A3784-519E-4971-8B38-3CD27EFEF1FF}" dt="2021-10-05T02:19:51.477" v="359"/>
        <pc:sldMkLst>
          <pc:docMk/>
          <pc:sldMk cId="3719834917" sldId="690"/>
        </pc:sldMkLst>
        <pc:spChg chg="mod">
          <ac:chgData name="Jian Yu" userId="71e57746-694f-4b85-845f-0534340178c6" providerId="ADAL" clId="{1B5A3784-519E-4971-8B38-3CD27EFEF1FF}" dt="2021-10-05T02:19:47.351" v="358"/>
          <ac:spMkLst>
            <pc:docMk/>
            <pc:sldMk cId="3719834917" sldId="690"/>
            <ac:spMk id="2" creationId="{C9329AF9-DFC7-42AD-A122-ABAA99208544}"/>
          </ac:spMkLst>
        </pc:spChg>
        <pc:spChg chg="mod">
          <ac:chgData name="Jian Yu" userId="71e57746-694f-4b85-845f-0534340178c6" providerId="ADAL" clId="{1B5A3784-519E-4971-8B38-3CD27EFEF1FF}" dt="2021-10-05T02:19:51.477" v="359"/>
          <ac:spMkLst>
            <pc:docMk/>
            <pc:sldMk cId="3719834917" sldId="690"/>
            <ac:spMk id="3" creationId="{B1B65FD2-3D38-43C8-A15C-00B5E01F40A7}"/>
          </ac:spMkLst>
        </pc:spChg>
      </pc:sldChg>
      <pc:sldChg chg="modSp new mod">
        <pc:chgData name="Jian Yu" userId="71e57746-694f-4b85-845f-0534340178c6" providerId="ADAL" clId="{1B5A3784-519E-4971-8B38-3CD27EFEF1FF}" dt="2021-10-05T02:22:27.407" v="380" actId="5793"/>
        <pc:sldMkLst>
          <pc:docMk/>
          <pc:sldMk cId="3599964666" sldId="691"/>
        </pc:sldMkLst>
        <pc:spChg chg="mod">
          <ac:chgData name="Jian Yu" userId="71e57746-694f-4b85-845f-0534340178c6" providerId="ADAL" clId="{1B5A3784-519E-4971-8B38-3CD27EFEF1FF}" dt="2021-10-05T02:22:20.902" v="375"/>
          <ac:spMkLst>
            <pc:docMk/>
            <pc:sldMk cId="3599964666" sldId="691"/>
            <ac:spMk id="2" creationId="{24DA4C25-47DD-467E-BD50-519BE378075B}"/>
          </ac:spMkLst>
        </pc:spChg>
        <pc:spChg chg="mod">
          <ac:chgData name="Jian Yu" userId="71e57746-694f-4b85-845f-0534340178c6" providerId="ADAL" clId="{1B5A3784-519E-4971-8B38-3CD27EFEF1FF}" dt="2021-10-05T02:22:27.407" v="380" actId="5793"/>
          <ac:spMkLst>
            <pc:docMk/>
            <pc:sldMk cId="3599964666" sldId="691"/>
            <ac:spMk id="3" creationId="{F09DEE75-18A9-48D1-9221-57365AD3D391}"/>
          </ac:spMkLst>
        </pc:spChg>
      </pc:sldChg>
      <pc:sldChg chg="modSp new mod ord">
        <pc:chgData name="Jian Yu" userId="71e57746-694f-4b85-845f-0534340178c6" providerId="ADAL" clId="{1B5A3784-519E-4971-8B38-3CD27EFEF1FF}" dt="2021-10-05T02:21:53.684" v="374"/>
        <pc:sldMkLst>
          <pc:docMk/>
          <pc:sldMk cId="234461723" sldId="692"/>
        </pc:sldMkLst>
        <pc:spChg chg="mod">
          <ac:chgData name="Jian Yu" userId="71e57746-694f-4b85-845f-0534340178c6" providerId="ADAL" clId="{1B5A3784-519E-4971-8B38-3CD27EFEF1FF}" dt="2021-10-05T02:20:48.575" v="369"/>
          <ac:spMkLst>
            <pc:docMk/>
            <pc:sldMk cId="234461723" sldId="692"/>
            <ac:spMk id="2" creationId="{4FA5B288-5BB6-41CF-969E-4A8F43A3EBBC}"/>
          </ac:spMkLst>
        </pc:spChg>
        <pc:spChg chg="mod">
          <ac:chgData name="Jian Yu" userId="71e57746-694f-4b85-845f-0534340178c6" providerId="ADAL" clId="{1B5A3784-519E-4971-8B38-3CD27EFEF1FF}" dt="2021-10-05T02:21:17.014" v="372" actId="207"/>
          <ac:spMkLst>
            <pc:docMk/>
            <pc:sldMk cId="234461723" sldId="692"/>
            <ac:spMk id="3" creationId="{305CC266-F224-47C0-A7D5-222E39CE3495}"/>
          </ac:spMkLst>
        </pc:spChg>
      </pc:sldChg>
      <pc:sldChg chg="modSp new mod">
        <pc:chgData name="Jian Yu" userId="71e57746-694f-4b85-845f-0534340178c6" providerId="ADAL" clId="{1B5A3784-519E-4971-8B38-3CD27EFEF1FF}" dt="2021-10-05T02:22:57.555" v="384"/>
        <pc:sldMkLst>
          <pc:docMk/>
          <pc:sldMk cId="2414416131" sldId="693"/>
        </pc:sldMkLst>
        <pc:spChg chg="mod">
          <ac:chgData name="Jian Yu" userId="71e57746-694f-4b85-845f-0534340178c6" providerId="ADAL" clId="{1B5A3784-519E-4971-8B38-3CD27EFEF1FF}" dt="2021-10-05T02:22:53.551" v="383"/>
          <ac:spMkLst>
            <pc:docMk/>
            <pc:sldMk cId="2414416131" sldId="693"/>
            <ac:spMk id="2" creationId="{8CB3CE40-E826-4B35-A658-51168F20AC4E}"/>
          </ac:spMkLst>
        </pc:spChg>
        <pc:spChg chg="mod">
          <ac:chgData name="Jian Yu" userId="71e57746-694f-4b85-845f-0534340178c6" providerId="ADAL" clId="{1B5A3784-519E-4971-8B38-3CD27EFEF1FF}" dt="2021-10-05T02:22:57.555" v="384"/>
          <ac:spMkLst>
            <pc:docMk/>
            <pc:sldMk cId="2414416131" sldId="693"/>
            <ac:spMk id="3" creationId="{58DF1DF2-545B-46A8-9466-CE47A7EB980A}"/>
          </ac:spMkLst>
        </pc:spChg>
      </pc:sldChg>
      <pc:sldChg chg="new del">
        <pc:chgData name="Jian Yu" userId="71e57746-694f-4b85-845f-0534340178c6" providerId="ADAL" clId="{1B5A3784-519E-4971-8B38-3CD27EFEF1FF}" dt="2021-10-05T02:23:02.197" v="385" actId="47"/>
        <pc:sldMkLst>
          <pc:docMk/>
          <pc:sldMk cId="1955640971" sldId="694"/>
        </pc:sldMkLst>
      </pc:sldChg>
      <pc:sldChg chg="addSp delSp modSp new mod">
        <pc:chgData name="Jian Yu" userId="71e57746-694f-4b85-845f-0534340178c6" providerId="ADAL" clId="{1B5A3784-519E-4971-8B38-3CD27EFEF1FF}" dt="2022-10-08T20:43:34.125" v="641" actId="20577"/>
        <pc:sldMkLst>
          <pc:docMk/>
          <pc:sldMk cId="4224775148" sldId="694"/>
        </pc:sldMkLst>
        <pc:spChg chg="mod">
          <ac:chgData name="Jian Yu" userId="71e57746-694f-4b85-845f-0534340178c6" providerId="ADAL" clId="{1B5A3784-519E-4971-8B38-3CD27EFEF1FF}" dt="2022-10-08T20:43:34.125" v="641" actId="20577"/>
          <ac:spMkLst>
            <pc:docMk/>
            <pc:sldMk cId="4224775148" sldId="694"/>
            <ac:spMk id="2" creationId="{FFBD3AD5-0C5A-34AE-04ED-5B8B20375621}"/>
          </ac:spMkLst>
        </pc:spChg>
        <pc:spChg chg="del mod">
          <ac:chgData name="Jian Yu" userId="71e57746-694f-4b85-845f-0534340178c6" providerId="ADAL" clId="{1B5A3784-519E-4971-8B38-3CD27EFEF1FF}" dt="2022-10-08T20:32:08.509" v="491" actId="478"/>
          <ac:spMkLst>
            <pc:docMk/>
            <pc:sldMk cId="4224775148" sldId="694"/>
            <ac:spMk id="3" creationId="{9C60D1FB-208F-1B13-96D0-6A1DE0629261}"/>
          </ac:spMkLst>
        </pc:spChg>
        <pc:spChg chg="add mod">
          <ac:chgData name="Jian Yu" userId="71e57746-694f-4b85-845f-0534340178c6" providerId="ADAL" clId="{1B5A3784-519E-4971-8B38-3CD27EFEF1FF}" dt="2022-10-08T20:33:33.536" v="576" actId="1076"/>
          <ac:spMkLst>
            <pc:docMk/>
            <pc:sldMk cId="4224775148" sldId="694"/>
            <ac:spMk id="6" creationId="{1C2B2BD3-AAA3-B794-9FF2-5F3F8BBDAE61}"/>
          </ac:spMkLst>
        </pc:spChg>
        <pc:picChg chg="add mod">
          <ac:chgData name="Jian Yu" userId="71e57746-694f-4b85-845f-0534340178c6" providerId="ADAL" clId="{1B5A3784-519E-4971-8B38-3CD27EFEF1FF}" dt="2022-10-08T20:32:16.445" v="494" actId="14100"/>
          <ac:picMkLst>
            <pc:docMk/>
            <pc:sldMk cId="4224775148" sldId="694"/>
            <ac:picMk id="5" creationId="{E04878B9-C88F-81BB-8BF4-3BA271275C84}"/>
          </ac:picMkLst>
        </pc:picChg>
      </pc:sldChg>
      <pc:sldChg chg="addSp delSp modSp new mod">
        <pc:chgData name="Jian Yu" userId="71e57746-694f-4b85-845f-0534340178c6" providerId="ADAL" clId="{1B5A3784-519E-4971-8B38-3CD27EFEF1FF}" dt="2022-10-08T21:09:18.608" v="776" actId="14100"/>
        <pc:sldMkLst>
          <pc:docMk/>
          <pc:sldMk cId="1749592667" sldId="695"/>
        </pc:sldMkLst>
        <pc:spChg chg="mod">
          <ac:chgData name="Jian Yu" userId="71e57746-694f-4b85-845f-0534340178c6" providerId="ADAL" clId="{1B5A3784-519E-4971-8B38-3CD27EFEF1FF}" dt="2022-10-08T20:44:03.161" v="650" actId="20577"/>
          <ac:spMkLst>
            <pc:docMk/>
            <pc:sldMk cId="1749592667" sldId="695"/>
            <ac:spMk id="2" creationId="{727290E6-4AE5-D769-6596-FD5C8D4F2BBC}"/>
          </ac:spMkLst>
        </pc:spChg>
        <pc:spChg chg="del">
          <ac:chgData name="Jian Yu" userId="71e57746-694f-4b85-845f-0534340178c6" providerId="ADAL" clId="{1B5A3784-519E-4971-8B38-3CD27EFEF1FF}" dt="2022-10-08T20:44:06.236" v="651" actId="478"/>
          <ac:spMkLst>
            <pc:docMk/>
            <pc:sldMk cId="1749592667" sldId="695"/>
            <ac:spMk id="3" creationId="{6E39F1B1-3A3D-0CF9-3D46-0855F658E77F}"/>
          </ac:spMkLst>
        </pc:spChg>
        <pc:spChg chg="add mod">
          <ac:chgData name="Jian Yu" userId="71e57746-694f-4b85-845f-0534340178c6" providerId="ADAL" clId="{1B5A3784-519E-4971-8B38-3CD27EFEF1FF}" dt="2022-10-08T20:44:43.241" v="657" actId="1076"/>
          <ac:spMkLst>
            <pc:docMk/>
            <pc:sldMk cId="1749592667" sldId="695"/>
            <ac:spMk id="7" creationId="{ADE0D2B0-E1A5-D891-E442-7DBC5BEAAB23}"/>
          </ac:spMkLst>
        </pc:spChg>
        <pc:spChg chg="add mod">
          <ac:chgData name="Jian Yu" userId="71e57746-694f-4b85-845f-0534340178c6" providerId="ADAL" clId="{1B5A3784-519E-4971-8B38-3CD27EFEF1FF}" dt="2022-10-08T21:09:18.608" v="776" actId="14100"/>
          <ac:spMkLst>
            <pc:docMk/>
            <pc:sldMk cId="1749592667" sldId="695"/>
            <ac:spMk id="8" creationId="{E381670B-701E-7C59-D089-4E789762EB49}"/>
          </ac:spMkLst>
        </pc:spChg>
        <pc:picChg chg="add mod">
          <ac:chgData name="Jian Yu" userId="71e57746-694f-4b85-845f-0534340178c6" providerId="ADAL" clId="{1B5A3784-519E-4971-8B38-3CD27EFEF1FF}" dt="2022-10-08T20:44:15.824" v="655" actId="1076"/>
          <ac:picMkLst>
            <pc:docMk/>
            <pc:sldMk cId="1749592667" sldId="695"/>
            <ac:picMk id="5" creationId="{4ABBA960-66C0-C12C-7092-670AA95397AD}"/>
          </ac:picMkLst>
        </pc:picChg>
      </pc:sldChg>
      <pc:sldChg chg="addSp delSp modSp new mod">
        <pc:chgData name="Jian Yu" userId="71e57746-694f-4b85-845f-0534340178c6" providerId="ADAL" clId="{1B5A3784-519E-4971-8B38-3CD27EFEF1FF}" dt="2022-10-08T20:45:47.018" v="664" actId="14100"/>
        <pc:sldMkLst>
          <pc:docMk/>
          <pc:sldMk cId="1479425162" sldId="696"/>
        </pc:sldMkLst>
        <pc:spChg chg="mod">
          <ac:chgData name="Jian Yu" userId="71e57746-694f-4b85-845f-0534340178c6" providerId="ADAL" clId="{1B5A3784-519E-4971-8B38-3CD27EFEF1FF}" dt="2022-10-08T20:45:25.850" v="659"/>
          <ac:spMkLst>
            <pc:docMk/>
            <pc:sldMk cId="1479425162" sldId="696"/>
            <ac:spMk id="2" creationId="{8C722C83-62ED-6520-F65D-B90A41AD0C62}"/>
          </ac:spMkLst>
        </pc:spChg>
        <pc:spChg chg="del">
          <ac:chgData name="Jian Yu" userId="71e57746-694f-4b85-845f-0534340178c6" providerId="ADAL" clId="{1B5A3784-519E-4971-8B38-3CD27EFEF1FF}" dt="2022-10-08T20:45:36.591" v="660" actId="478"/>
          <ac:spMkLst>
            <pc:docMk/>
            <pc:sldMk cId="1479425162" sldId="696"/>
            <ac:spMk id="3" creationId="{2E90F3DF-84E8-38CF-E94C-C6AB86A01EAF}"/>
          </ac:spMkLst>
        </pc:spChg>
        <pc:picChg chg="add mod">
          <ac:chgData name="Jian Yu" userId="71e57746-694f-4b85-845f-0534340178c6" providerId="ADAL" clId="{1B5A3784-519E-4971-8B38-3CD27EFEF1FF}" dt="2022-10-08T20:45:47.018" v="664" actId="14100"/>
          <ac:picMkLst>
            <pc:docMk/>
            <pc:sldMk cId="1479425162" sldId="696"/>
            <ac:picMk id="5" creationId="{2463A8DA-0D0F-58B3-3612-3133B8F6FC15}"/>
          </ac:picMkLst>
        </pc:picChg>
      </pc:sldChg>
      <pc:sldChg chg="addSp delSp modSp new mod">
        <pc:chgData name="Jian Yu" userId="71e57746-694f-4b85-845f-0534340178c6" providerId="ADAL" clId="{1B5A3784-519E-4971-8B38-3CD27EFEF1FF}" dt="2022-10-08T20:57:13.106" v="701" actId="1076"/>
        <pc:sldMkLst>
          <pc:docMk/>
          <pc:sldMk cId="430232669" sldId="697"/>
        </pc:sldMkLst>
        <pc:spChg chg="mod">
          <ac:chgData name="Jian Yu" userId="71e57746-694f-4b85-845f-0534340178c6" providerId="ADAL" clId="{1B5A3784-519E-4971-8B38-3CD27EFEF1FF}" dt="2022-10-08T20:55:59.733" v="692" actId="20577"/>
          <ac:spMkLst>
            <pc:docMk/>
            <pc:sldMk cId="430232669" sldId="697"/>
            <ac:spMk id="2" creationId="{EAD23F56-1B25-C0EB-D341-13AA97CD4D84}"/>
          </ac:spMkLst>
        </pc:spChg>
        <pc:spChg chg="del">
          <ac:chgData name="Jian Yu" userId="71e57746-694f-4b85-845f-0534340178c6" providerId="ADAL" clId="{1B5A3784-519E-4971-8B38-3CD27EFEF1FF}" dt="2022-10-08T20:56:12.414" v="693" actId="478"/>
          <ac:spMkLst>
            <pc:docMk/>
            <pc:sldMk cId="430232669" sldId="697"/>
            <ac:spMk id="3" creationId="{DC473F37-2F9B-4A7E-9268-F81EBA555945}"/>
          </ac:spMkLst>
        </pc:spChg>
        <pc:picChg chg="add mod">
          <ac:chgData name="Jian Yu" userId="71e57746-694f-4b85-845f-0534340178c6" providerId="ADAL" clId="{1B5A3784-519E-4971-8B38-3CD27EFEF1FF}" dt="2022-10-08T20:57:08.932" v="699" actId="1076"/>
          <ac:picMkLst>
            <pc:docMk/>
            <pc:sldMk cId="430232669" sldId="697"/>
            <ac:picMk id="5" creationId="{DC9128FD-01D5-0020-5F70-1627F8A68348}"/>
          </ac:picMkLst>
        </pc:picChg>
        <pc:picChg chg="add mod">
          <ac:chgData name="Jian Yu" userId="71e57746-694f-4b85-845f-0534340178c6" providerId="ADAL" clId="{1B5A3784-519E-4971-8B38-3CD27EFEF1FF}" dt="2022-10-08T20:57:13.106" v="701" actId="1076"/>
          <ac:picMkLst>
            <pc:docMk/>
            <pc:sldMk cId="430232669" sldId="697"/>
            <ac:picMk id="7" creationId="{120128DE-C71C-AEB0-42C9-268991AED2BA}"/>
          </ac:picMkLst>
        </pc:picChg>
      </pc:sldChg>
      <pc:sldChg chg="addSp delSp modSp new mod">
        <pc:chgData name="Jian Yu" userId="71e57746-694f-4b85-845f-0534340178c6" providerId="ADAL" clId="{1B5A3784-519E-4971-8B38-3CD27EFEF1FF}" dt="2022-10-08T21:00:09.081" v="709" actId="14100"/>
        <pc:sldMkLst>
          <pc:docMk/>
          <pc:sldMk cId="527874920" sldId="698"/>
        </pc:sldMkLst>
        <pc:spChg chg="mod">
          <ac:chgData name="Jian Yu" userId="71e57746-694f-4b85-845f-0534340178c6" providerId="ADAL" clId="{1B5A3784-519E-4971-8B38-3CD27EFEF1FF}" dt="2022-10-08T20:59:34.982" v="703"/>
          <ac:spMkLst>
            <pc:docMk/>
            <pc:sldMk cId="527874920" sldId="698"/>
            <ac:spMk id="2" creationId="{A21ECCA4-B7B4-394D-F3FE-09C309B048DB}"/>
          </ac:spMkLst>
        </pc:spChg>
        <pc:spChg chg="del">
          <ac:chgData name="Jian Yu" userId="71e57746-694f-4b85-845f-0534340178c6" providerId="ADAL" clId="{1B5A3784-519E-4971-8B38-3CD27EFEF1FF}" dt="2022-10-08T21:00:00.156" v="704" actId="478"/>
          <ac:spMkLst>
            <pc:docMk/>
            <pc:sldMk cId="527874920" sldId="698"/>
            <ac:spMk id="3" creationId="{AF077DB7-A952-FD95-DBBE-718515921B87}"/>
          </ac:spMkLst>
        </pc:spChg>
        <pc:picChg chg="add mod">
          <ac:chgData name="Jian Yu" userId="71e57746-694f-4b85-845f-0534340178c6" providerId="ADAL" clId="{1B5A3784-519E-4971-8B38-3CD27EFEF1FF}" dt="2022-10-08T21:00:09.081" v="709" actId="14100"/>
          <ac:picMkLst>
            <pc:docMk/>
            <pc:sldMk cId="527874920" sldId="698"/>
            <ac:picMk id="5" creationId="{78AC740E-F4B2-589E-CE98-FCDB35481A42}"/>
          </ac:picMkLst>
        </pc:picChg>
      </pc:sldChg>
      <pc:sldChg chg="addSp delSp modSp new mod">
        <pc:chgData name="Jian Yu" userId="71e57746-694f-4b85-845f-0534340178c6" providerId="ADAL" clId="{1B5A3784-519E-4971-8B38-3CD27EFEF1FF}" dt="2022-10-08T21:05:00.859" v="714"/>
        <pc:sldMkLst>
          <pc:docMk/>
          <pc:sldMk cId="582267677" sldId="699"/>
        </pc:sldMkLst>
        <pc:spChg chg="mod">
          <ac:chgData name="Jian Yu" userId="71e57746-694f-4b85-845f-0534340178c6" providerId="ADAL" clId="{1B5A3784-519E-4971-8B38-3CD27EFEF1FF}" dt="2022-10-08T21:05:00.859" v="714"/>
          <ac:spMkLst>
            <pc:docMk/>
            <pc:sldMk cId="582267677" sldId="699"/>
            <ac:spMk id="2" creationId="{080ABCD4-B619-7216-B543-C047A07BC0C7}"/>
          </ac:spMkLst>
        </pc:spChg>
        <pc:spChg chg="del">
          <ac:chgData name="Jian Yu" userId="71e57746-694f-4b85-845f-0534340178c6" providerId="ADAL" clId="{1B5A3784-519E-4971-8B38-3CD27EFEF1FF}" dt="2022-10-08T21:04:53.479" v="711" actId="478"/>
          <ac:spMkLst>
            <pc:docMk/>
            <pc:sldMk cId="582267677" sldId="699"/>
            <ac:spMk id="3" creationId="{70E5064E-4942-37AE-40CE-2550F8016D71}"/>
          </ac:spMkLst>
        </pc:spChg>
        <pc:picChg chg="add mod">
          <ac:chgData name="Jian Yu" userId="71e57746-694f-4b85-845f-0534340178c6" providerId="ADAL" clId="{1B5A3784-519E-4971-8B38-3CD27EFEF1FF}" dt="2022-10-08T21:04:55.252" v="713" actId="1076"/>
          <ac:picMkLst>
            <pc:docMk/>
            <pc:sldMk cId="582267677" sldId="699"/>
            <ac:picMk id="5" creationId="{FA0E53ED-60ED-7EBF-F0FB-63FCAE27D79F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Z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13FD6E-1FDB-4DE3-9FB8-34B352973208}" type="datetimeFigureOut">
              <a:rPr lang="en-NZ" smtClean="0"/>
              <a:t>9/10/2022</a:t>
            </a:fld>
            <a:endParaRPr lang="en-N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21E9BB-33A9-40EC-87AC-6B7FA56C6C7D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56662058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1B8C58-07EF-404D-B457-37886CF22D71}" type="datetimeFigureOut">
              <a:rPr lang="en-NZ" smtClean="0"/>
              <a:t>9/10/2022</a:t>
            </a:fld>
            <a:endParaRPr lang="en-N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14EF88-E836-44B1-9C0B-F43CD65EDBC6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8942596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14EF88-E836-44B1-9C0B-F43CD65EDBC6}" type="slidenum">
              <a:rPr lang="en-NZ" smtClean="0"/>
              <a:t>1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7834507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NZ" dirty="0"/>
              <a:t>Art and science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14EF88-E836-44B1-9C0B-F43CD65EDBC6}" type="slidenum">
              <a:rPr lang="en-NZ" smtClean="0"/>
              <a:t>2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5119489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05853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age - Oran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14605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rgbClr val="F26522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NZ" dirty="0"/>
          </a:p>
        </p:txBody>
      </p:sp>
      <p:sp>
        <p:nvSpPr>
          <p:cNvPr id="5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1460500" y="1844530"/>
            <a:ext cx="10515600" cy="4351338"/>
          </a:xfrm>
        </p:spPr>
        <p:txBody>
          <a:bodyPr/>
          <a:lstStyle>
            <a:lvl1pPr>
              <a:buClr>
                <a:srgbClr val="F58220"/>
              </a:buClr>
              <a:defRPr/>
            </a:lvl1pPr>
            <a:lvl2pPr>
              <a:buClr>
                <a:srgbClr val="F58220"/>
              </a:buClr>
              <a:defRPr/>
            </a:lvl2pPr>
            <a:lvl3pPr>
              <a:buClr>
                <a:srgbClr val="F58220"/>
              </a:buClr>
              <a:defRPr/>
            </a:lvl3pPr>
            <a:lvl4pPr>
              <a:buClr>
                <a:srgbClr val="F58220"/>
              </a:buClr>
              <a:defRPr/>
            </a:lvl4pPr>
            <a:lvl5pPr>
              <a:buClr>
                <a:srgbClr val="F58220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28728697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age - Oran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6869868" y="2414156"/>
            <a:ext cx="423784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3600">
                <a:solidFill>
                  <a:srgbClr val="F2640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NZ" dirty="0"/>
          </a:p>
        </p:txBody>
      </p:sp>
      <p:sp>
        <p:nvSpPr>
          <p:cNvPr id="5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6869868" y="3913172"/>
            <a:ext cx="4237844" cy="1063562"/>
          </a:xfrm>
        </p:spPr>
        <p:txBody>
          <a:bodyPr/>
          <a:lstStyle>
            <a:lvl1pPr marL="0" indent="0">
              <a:buClr>
                <a:srgbClr val="ED1C24"/>
              </a:buClr>
              <a:buNone/>
              <a:defRPr/>
            </a:lvl1pPr>
            <a:lvl2pPr>
              <a:buClr>
                <a:srgbClr val="ED1C24"/>
              </a:buClr>
              <a:defRPr/>
            </a:lvl2pPr>
            <a:lvl3pPr>
              <a:buClr>
                <a:srgbClr val="ED1C24"/>
              </a:buClr>
              <a:defRPr/>
            </a:lvl3pPr>
            <a:lvl4pPr>
              <a:buClr>
                <a:srgbClr val="ED1C24"/>
              </a:buClr>
              <a:defRPr/>
            </a:lvl4pPr>
            <a:lvl5pPr>
              <a:buClr>
                <a:srgbClr val="ED1C24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808454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age - oran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3340099"/>
            <a:ext cx="9182100" cy="2146301"/>
          </a:xfrm>
          <a:prstGeom prst="rect">
            <a:avLst/>
          </a:prstGeom>
          <a:solidFill>
            <a:srgbClr val="F26522">
              <a:alpha val="80000"/>
            </a:srgb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sz="80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749300" y="3556000"/>
            <a:ext cx="8140700" cy="1277938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NZ" dirty="0"/>
          </a:p>
        </p:txBody>
      </p:sp>
      <p:sp>
        <p:nvSpPr>
          <p:cNvPr id="6" name="Subtitle 2"/>
          <p:cNvSpPr>
            <a:spLocks noGrp="1"/>
          </p:cNvSpPr>
          <p:nvPr>
            <p:ph type="subTitle" idx="1"/>
          </p:nvPr>
        </p:nvSpPr>
        <p:spPr>
          <a:xfrm>
            <a:off x="749300" y="4833938"/>
            <a:ext cx="8140700" cy="6016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NZ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8522" y="0"/>
            <a:ext cx="2007556" cy="1995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0432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NZ"/>
              <a:t>Information Technology Project Management, Seventh Edition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95958"/>
                </a:solidFill>
                <a:latin typeface="Century Gothic"/>
                <a:cs typeface="Century Gothic"/>
              </a:defRPr>
            </a:lvl1pPr>
          </a:lstStyle>
          <a:p>
            <a:pPr marL="25400"/>
            <a:fld id="{81D60167-4931-47E6-BA6A-407CBD079E47}" type="slidenum">
              <a:rPr lang="en-NZ" smtClean="0"/>
              <a:pPr marL="25400"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34164687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7" name="bk object 17"/>
          <p:cNvSpPr/>
          <p:nvPr/>
        </p:nvSpPr>
        <p:spPr>
          <a:xfrm>
            <a:off x="11277600" y="6500967"/>
            <a:ext cx="111760" cy="81280"/>
          </a:xfrm>
          <a:custGeom>
            <a:avLst/>
            <a:gdLst/>
            <a:ahLst/>
            <a:cxnLst/>
            <a:rect l="l" t="t" r="r" b="b"/>
            <a:pathLst>
              <a:path w="83820" h="81279">
                <a:moveTo>
                  <a:pt x="32295" y="0"/>
                </a:moveTo>
                <a:lnTo>
                  <a:pt x="19438" y="5417"/>
                </a:lnTo>
                <a:lnTo>
                  <a:pt x="9204" y="14588"/>
                </a:lnTo>
                <a:lnTo>
                  <a:pt x="2442" y="26666"/>
                </a:lnTo>
                <a:lnTo>
                  <a:pt x="0" y="40802"/>
                </a:lnTo>
                <a:lnTo>
                  <a:pt x="412" y="46652"/>
                </a:lnTo>
                <a:lnTo>
                  <a:pt x="36328" y="79943"/>
                </a:lnTo>
                <a:lnTo>
                  <a:pt x="53988" y="80924"/>
                </a:lnTo>
                <a:lnTo>
                  <a:pt x="65922" y="74939"/>
                </a:lnTo>
                <a:lnTo>
                  <a:pt x="75343" y="65274"/>
                </a:lnTo>
                <a:lnTo>
                  <a:pt x="81504" y="52477"/>
                </a:lnTo>
                <a:lnTo>
                  <a:pt x="83656" y="37096"/>
                </a:lnTo>
                <a:lnTo>
                  <a:pt x="80561" y="24915"/>
                </a:lnTo>
                <a:lnTo>
                  <a:pt x="73683" y="14486"/>
                </a:lnTo>
                <a:lnTo>
                  <a:pt x="63218" y="6438"/>
                </a:lnTo>
                <a:lnTo>
                  <a:pt x="49358" y="1400"/>
                </a:lnTo>
                <a:lnTo>
                  <a:pt x="32295" y="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8" name="bk object 18"/>
          <p:cNvSpPr/>
          <p:nvPr/>
        </p:nvSpPr>
        <p:spPr>
          <a:xfrm>
            <a:off x="757935" y="6501089"/>
            <a:ext cx="113453" cy="80645"/>
          </a:xfrm>
          <a:custGeom>
            <a:avLst/>
            <a:gdLst/>
            <a:ahLst/>
            <a:cxnLst/>
            <a:rect l="l" t="t" r="r" b="b"/>
            <a:pathLst>
              <a:path w="85090" h="80645">
                <a:moveTo>
                  <a:pt x="32372" y="0"/>
                </a:moveTo>
                <a:lnTo>
                  <a:pt x="19470" y="5499"/>
                </a:lnTo>
                <a:lnTo>
                  <a:pt x="9213" y="14663"/>
                </a:lnTo>
                <a:lnTo>
                  <a:pt x="2443" y="26665"/>
                </a:lnTo>
                <a:lnTo>
                  <a:pt x="0" y="40681"/>
                </a:lnTo>
                <a:lnTo>
                  <a:pt x="696" y="48163"/>
                </a:lnTo>
                <a:lnTo>
                  <a:pt x="38078" y="79686"/>
                </a:lnTo>
                <a:lnTo>
                  <a:pt x="56139" y="80423"/>
                </a:lnTo>
                <a:lnTo>
                  <a:pt x="67845" y="74207"/>
                </a:lnTo>
                <a:lnTo>
                  <a:pt x="77044" y="64402"/>
                </a:lnTo>
                <a:lnTo>
                  <a:pt x="83022" y="51466"/>
                </a:lnTo>
                <a:lnTo>
                  <a:pt x="85060" y="35858"/>
                </a:lnTo>
                <a:lnTo>
                  <a:pt x="81650" y="24004"/>
                </a:lnTo>
                <a:lnTo>
                  <a:pt x="74509" y="13890"/>
                </a:lnTo>
                <a:lnTo>
                  <a:pt x="63804" y="6117"/>
                </a:lnTo>
                <a:lnTo>
                  <a:pt x="49703" y="1287"/>
                </a:lnTo>
                <a:lnTo>
                  <a:pt x="32372" y="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9" name="bk object 19"/>
          <p:cNvSpPr/>
          <p:nvPr/>
        </p:nvSpPr>
        <p:spPr>
          <a:xfrm>
            <a:off x="2700527" y="504445"/>
            <a:ext cx="6786879" cy="154381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0" i="0">
                <a:solidFill>
                  <a:srgbClr val="2F5897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NZ"/>
              <a:t>Information Technology Project Management, Seventh Edition</a:t>
            </a:r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95958"/>
                </a:solidFill>
                <a:latin typeface="Century Gothic"/>
                <a:cs typeface="Century Gothic"/>
              </a:defRPr>
            </a:lvl1pPr>
          </a:lstStyle>
          <a:p>
            <a:pPr marL="25400"/>
            <a:fld id="{81D60167-4931-47E6-BA6A-407CBD079E47}" type="slidenum">
              <a:rPr lang="en-NZ" smtClean="0"/>
              <a:pPr marL="25400"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503694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NZ"/>
              <a:t>Information Technology Project Management, Seventh Edition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A41B1-A29B-0145-89E7-687432B81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304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NZ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30936057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68" r:id="rId2"/>
    <p:sldLayoutId id="2147483677" r:id="rId3"/>
    <p:sldLayoutId id="2147483663" r:id="rId4"/>
    <p:sldLayoutId id="2147483679" r:id="rId5"/>
    <p:sldLayoutId id="2147483680" r:id="rId6"/>
    <p:sldLayoutId id="2147483682" r:id="rId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Calibri" panose="020F050202020403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800" dirty="0"/>
              <a:t>COMP507 IT Project Management</a:t>
            </a:r>
            <a:br>
              <a:rPr lang="en-US" sz="4800" dirty="0"/>
            </a:br>
            <a:r>
              <a:rPr lang="en-US" sz="4800" dirty="0"/>
              <a:t>Resource Management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37704540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89CA6-5B6D-49C6-B5AB-FD2EDB095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6031E1-E1CB-4D30-AD2B-D2846019FEA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NZ" sz="3200" dirty="0"/>
              <a:t>The Importance of Project Resource Management</a:t>
            </a:r>
          </a:p>
          <a:p>
            <a:r>
              <a:rPr lang="en-NZ" sz="3200" dirty="0"/>
              <a:t>Six major resource management processes:</a:t>
            </a:r>
          </a:p>
          <a:p>
            <a:pPr lvl="1"/>
            <a:r>
              <a:rPr lang="en-NZ" sz="2800" dirty="0"/>
              <a:t>Planning resource management</a:t>
            </a:r>
          </a:p>
          <a:p>
            <a:pPr lvl="1"/>
            <a:r>
              <a:rPr lang="en-NZ" sz="2800" dirty="0"/>
              <a:t>Estimating activity resources</a:t>
            </a:r>
          </a:p>
          <a:p>
            <a:pPr lvl="2"/>
            <a:r>
              <a:rPr lang="en-NZ" sz="2400" dirty="0"/>
              <a:t>Resource levelling</a:t>
            </a:r>
          </a:p>
          <a:p>
            <a:pPr lvl="2"/>
            <a:r>
              <a:rPr lang="en-NZ" sz="2400" dirty="0">
                <a:solidFill>
                  <a:srgbClr val="0089CF"/>
                </a:solidFill>
              </a:rPr>
              <a:t>Load balancing and greedy algorithm</a:t>
            </a:r>
          </a:p>
          <a:p>
            <a:pPr lvl="1"/>
            <a:r>
              <a:rPr lang="en-NZ" sz="2800" dirty="0"/>
              <a:t>Acquiring resources</a:t>
            </a:r>
          </a:p>
          <a:p>
            <a:pPr lvl="1"/>
            <a:r>
              <a:rPr lang="en-NZ" sz="2800" dirty="0"/>
              <a:t>Developing the project team</a:t>
            </a:r>
          </a:p>
          <a:p>
            <a:pPr lvl="1"/>
            <a:r>
              <a:rPr lang="en-NZ" sz="2800" dirty="0"/>
              <a:t>Managing the project team</a:t>
            </a:r>
          </a:p>
          <a:p>
            <a:pPr lvl="1"/>
            <a:r>
              <a:rPr lang="en-NZ" sz="2800" dirty="0"/>
              <a:t>Controlling resources</a:t>
            </a:r>
          </a:p>
        </p:txBody>
      </p:sp>
    </p:spTree>
    <p:extLst>
      <p:ext uri="{BB962C8B-B14F-4D97-AF65-F5344CB8AC3E}">
        <p14:creationId xmlns:p14="http://schemas.microsoft.com/office/powerpoint/2010/main" val="39052847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FDA30-739B-4774-802C-EE4F92CCC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Importance of Resource Management</a:t>
            </a:r>
            <a:endParaRPr lang="en-N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395C0C-C83B-4E95-B7B2-C245532AA1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People determine the success and failure of organizations and projects</a:t>
            </a:r>
          </a:p>
          <a:p>
            <a:pPr lvl="1"/>
            <a:r>
              <a:rPr lang="en-US" dirty="0"/>
              <a:t>Most project managers agree that managing human resources effectively is one of the toughest challenges they face</a:t>
            </a:r>
          </a:p>
          <a:p>
            <a:pPr lvl="1"/>
            <a:r>
              <a:rPr lang="en-US" dirty="0"/>
              <a:t>Managing people is a vital component of project resource management</a:t>
            </a:r>
          </a:p>
          <a:p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28257297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A20DC-088E-4738-AEC0-91E851472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Global IT Workforce</a:t>
            </a:r>
            <a:endParaRPr lang="en-N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223F03-1D8F-4CDA-867F-C03F000FB0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Although there have been ups and downs in the IT labor market, there will always be a need for good IT workers</a:t>
            </a:r>
          </a:p>
          <a:p>
            <a:pPr lvl="1"/>
            <a:r>
              <a:rPr lang="en-US" dirty="0"/>
              <a:t>By June of 2017, there were almost 4.3 billion mobile-broadband subscriptions</a:t>
            </a:r>
          </a:p>
          <a:p>
            <a:pPr lvl="1"/>
            <a:r>
              <a:rPr lang="en-US" dirty="0"/>
              <a:t>By 2020, ICT spending is projected to grow to nearly $5.5 trillion</a:t>
            </a:r>
          </a:p>
          <a:p>
            <a:pPr lvl="1"/>
            <a:r>
              <a:rPr lang="en-US" dirty="0"/>
              <a:t>Jobs available to IT professionals are expected to increase by 12 percent by 2024</a:t>
            </a:r>
          </a:p>
          <a:p>
            <a:pPr lvl="1"/>
            <a:r>
              <a:rPr lang="en-US" dirty="0"/>
              <a:t>Project management is number three on Computerworld’s hottest tech list </a:t>
            </a:r>
          </a:p>
          <a:p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769310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56517-921C-4ACC-ACE3-C8A611AF8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Project Resource Management? (1 of 2)</a:t>
            </a:r>
            <a:endParaRPr lang="en-N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97C00E-910E-4E20-A7EF-512037B3D9E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Making the most effective use of the human and physical resources involved with a project</a:t>
            </a:r>
          </a:p>
          <a:p>
            <a:pPr lvl="1"/>
            <a:r>
              <a:rPr lang="en-US" dirty="0"/>
              <a:t>Planning resource management</a:t>
            </a:r>
          </a:p>
          <a:p>
            <a:pPr lvl="1"/>
            <a:r>
              <a:rPr lang="en-US" dirty="0"/>
              <a:t>Estimating activity resources</a:t>
            </a:r>
          </a:p>
          <a:p>
            <a:pPr lvl="1"/>
            <a:r>
              <a:rPr lang="en-US" dirty="0"/>
              <a:t>Acquiring resources</a:t>
            </a:r>
          </a:p>
          <a:p>
            <a:pPr lvl="1"/>
            <a:r>
              <a:rPr lang="en-US" dirty="0"/>
              <a:t>Developing the project team</a:t>
            </a:r>
          </a:p>
          <a:p>
            <a:pPr lvl="1"/>
            <a:r>
              <a:rPr lang="en-US" dirty="0"/>
              <a:t>Managing the project team</a:t>
            </a:r>
          </a:p>
          <a:p>
            <a:pPr lvl="1"/>
            <a:r>
              <a:rPr lang="en-US" dirty="0"/>
              <a:t>Controlling resources</a:t>
            </a:r>
          </a:p>
          <a:p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39600316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2F8C7-6685-4287-AC0A-8C0A777DB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Keys to Managing and Leading People</a:t>
            </a:r>
            <a:endParaRPr lang="en-N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1C5FD8-2997-4CD5-9C2A-8E5A96DA6F2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Psychologists and management theorists have devoted much research and thought to the field leading people at work</a:t>
            </a:r>
          </a:p>
          <a:p>
            <a:pPr lvl="1"/>
            <a:r>
              <a:rPr lang="en-US" dirty="0"/>
              <a:t>Motivation theories</a:t>
            </a:r>
          </a:p>
          <a:p>
            <a:pPr lvl="1"/>
            <a:r>
              <a:rPr lang="en-US" dirty="0"/>
              <a:t>Influence and power</a:t>
            </a:r>
          </a:p>
          <a:p>
            <a:pPr lvl="1"/>
            <a:r>
              <a:rPr lang="en-US" dirty="0"/>
              <a:t>Effectiveness</a:t>
            </a:r>
          </a:p>
          <a:p>
            <a:pPr lvl="1"/>
            <a:r>
              <a:rPr lang="en-US" dirty="0"/>
              <a:t>Emotional intelligence</a:t>
            </a:r>
          </a:p>
          <a:p>
            <a:pPr lvl="1"/>
            <a:r>
              <a:rPr lang="en-US" dirty="0"/>
              <a:t>Leadership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9206121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33D48-EAE3-47F9-A217-5FD7C6DDA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 Theories</a:t>
            </a:r>
            <a:endParaRPr lang="en-N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770644-D8DC-40B5-BB9A-3D18BED0D8A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Intrinsic motivation </a:t>
            </a:r>
            <a:r>
              <a:rPr lang="en-US" dirty="0"/>
              <a:t>causes people to participate in an activity for their own enjoyment</a:t>
            </a:r>
          </a:p>
          <a:p>
            <a:pPr lvl="1"/>
            <a:r>
              <a:rPr lang="en-US" dirty="0"/>
              <a:t>Example: some people love to read, write, or play an instrument because it makes them feel good</a:t>
            </a:r>
          </a:p>
          <a:p>
            <a:r>
              <a:rPr lang="en-US" dirty="0">
                <a:solidFill>
                  <a:srgbClr val="FF0000"/>
                </a:solidFill>
              </a:rPr>
              <a:t>Extrinsic motivation </a:t>
            </a:r>
            <a:r>
              <a:rPr lang="en-US" dirty="0"/>
              <a:t>causes people to do something for a reward or to avoid a penalty</a:t>
            </a:r>
          </a:p>
          <a:p>
            <a:pPr lvl="1"/>
            <a:r>
              <a:rPr lang="en-US" dirty="0"/>
              <a:t>Example: some young children would prefer not to play an instrument, but they do because they receive a reward or avoid a punishment for doing so</a:t>
            </a:r>
          </a:p>
          <a:p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10381874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14F07-D46B-4F56-90B0-C30249311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Maslow’s Hierarchy of Needs (1 of 2)</a:t>
            </a:r>
            <a:endParaRPr lang="en-N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2A450A-E548-444D-995A-FA64BAF7869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Abraham Maslow argued that humans possess unique qualities that enable them to make independent choices, thus giving them control of their destiny</a:t>
            </a:r>
          </a:p>
          <a:p>
            <a:pPr lvl="1"/>
            <a:r>
              <a:rPr lang="en-US" dirty="0"/>
              <a:t>Developed a </a:t>
            </a:r>
            <a:r>
              <a:rPr lang="en-US" dirty="0">
                <a:solidFill>
                  <a:srgbClr val="FF0000"/>
                </a:solidFill>
              </a:rPr>
              <a:t>hierarchy of needs</a:t>
            </a:r>
            <a:r>
              <a:rPr lang="en-US" dirty="0"/>
              <a:t>; states that people’s behaviors are guided or motivated by a sequence of needs </a:t>
            </a:r>
          </a:p>
          <a:p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4980158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C46F0-6DAA-47CA-855F-488DEB1B4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Maslow’s Hierarchy of Needs (2 of 2)</a:t>
            </a:r>
            <a:endParaRPr lang="en-NZ" dirty="0"/>
          </a:p>
        </p:txBody>
      </p:sp>
      <p:pic>
        <p:nvPicPr>
          <p:cNvPr id="4" name="Picture 3" descr="Image displays the basic pyramid structure of Maslow’s hierarchy of needs; examples of each need are provided. &#10;">
            <a:extLst>
              <a:ext uri="{FF2B5EF4-FFF2-40B4-BE49-F238E27FC236}">
                <a16:creationId xmlns:a16="http://schemas.microsoft.com/office/drawing/2014/main" id="{7876CBCF-4B5F-43AF-902E-89222FEDF1B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7012" y="1933352"/>
            <a:ext cx="7191128" cy="3744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9951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6FF7A-EE30-4D32-A9FC-04821901A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Herzberg’s Motivational-Hygiene Theory (1 of 2)</a:t>
            </a:r>
            <a:endParaRPr lang="en-N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117B0F-99C3-4467-923A-5AADE4CB277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Frederick Herzberg distinguished between motivational factors and hygiene factors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Motivational factors</a:t>
            </a:r>
            <a:r>
              <a:rPr lang="en-US" dirty="0"/>
              <a:t>: factors that cause job satisfaction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Hygiene factors</a:t>
            </a:r>
            <a:r>
              <a:rPr lang="en-US" dirty="0"/>
              <a:t>: could cause job dissatisfaction</a:t>
            </a:r>
          </a:p>
          <a:p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16870417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FE6E9-FEFB-4CAB-938F-B3DB3AED5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Herzberg’s Motivational-Hygiene Theory (2 of 2)</a:t>
            </a:r>
            <a:endParaRPr lang="en-NZ" dirty="0"/>
          </a:p>
        </p:txBody>
      </p:sp>
      <p:graphicFrame>
        <p:nvGraphicFramePr>
          <p:cNvPr id="4" name="Content Placeholder 1">
            <a:extLst>
              <a:ext uri="{FF2B5EF4-FFF2-40B4-BE49-F238E27FC236}">
                <a16:creationId xmlns:a16="http://schemas.microsoft.com/office/drawing/2014/main" id="{0F3BA088-70BC-4449-BA66-A73CE72869B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33448499"/>
              </p:ext>
            </p:extLst>
          </p:nvPr>
        </p:nvGraphicFramePr>
        <p:xfrm>
          <a:off x="2446818" y="2218896"/>
          <a:ext cx="788670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43350">
                  <a:extLst>
                    <a:ext uri="{9D8B030D-6E8A-4147-A177-3AD203B41FA5}">
                      <a16:colId xmlns:a16="http://schemas.microsoft.com/office/drawing/2014/main" val="2645356673"/>
                    </a:ext>
                  </a:extLst>
                </a:gridCol>
                <a:gridCol w="3943350">
                  <a:extLst>
                    <a:ext uri="{9D8B030D-6E8A-4147-A177-3AD203B41FA5}">
                      <a16:colId xmlns:a16="http://schemas.microsoft.com/office/drawing/2014/main" val="37757959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Hygiene Factors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Motivators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75362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Larger salaries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Achievement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72816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More supervision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Recognition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1004432"/>
                  </a:ext>
                </a:extLst>
              </a:tr>
              <a:tr h="416560">
                <a:tc>
                  <a:txBody>
                    <a:bodyPr/>
                    <a:lstStyle/>
                    <a:p>
                      <a:r>
                        <a:rPr lang="en-US" sz="2400" dirty="0"/>
                        <a:t>More attractive work environment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Work itself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53356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Computer or other required equipment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Responsibility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2710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Health benefits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Advancement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41604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Training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Growth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98684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85088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8E304-83C0-47FD-AE0E-AFCF86A21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McClelland’s Acquired-Needs Theory</a:t>
            </a:r>
            <a:endParaRPr lang="en-N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05BF7C-8269-4CD8-80DF-D74F2B14278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60500" y="1844530"/>
            <a:ext cx="8353351" cy="4351338"/>
          </a:xfrm>
        </p:spPr>
        <p:txBody>
          <a:bodyPr/>
          <a:lstStyle/>
          <a:p>
            <a:r>
              <a:rPr lang="en-US" dirty="0"/>
              <a:t>Specific needs are acquired or learned over time and shaped by life experiences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Achievement</a:t>
            </a:r>
            <a:r>
              <a:rPr lang="en-US" dirty="0"/>
              <a:t> (</a:t>
            </a:r>
            <a:r>
              <a:rPr lang="en-US" dirty="0" err="1"/>
              <a:t>nAch</a:t>
            </a:r>
            <a:r>
              <a:rPr lang="en-US" dirty="0"/>
              <a:t>): achievers like challenging projects with achievable goals and regular feedback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Affiliation</a:t>
            </a:r>
            <a:r>
              <a:rPr lang="en-US" dirty="0"/>
              <a:t> (</a:t>
            </a:r>
            <a:r>
              <a:rPr lang="en-US" dirty="0" err="1"/>
              <a:t>nAff</a:t>
            </a:r>
            <a:r>
              <a:rPr lang="en-US" dirty="0"/>
              <a:t>): people with high </a:t>
            </a:r>
            <a:r>
              <a:rPr lang="en-US" dirty="0" err="1"/>
              <a:t>nAff</a:t>
            </a:r>
            <a:r>
              <a:rPr lang="en-US" dirty="0"/>
              <a:t> desire harmonious relationships and need to feel accepted by others, so managers should try to create a cooperative work environment for them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Power</a:t>
            </a:r>
            <a:r>
              <a:rPr lang="en-US" dirty="0"/>
              <a:t>: (</a:t>
            </a:r>
            <a:r>
              <a:rPr lang="en-US" dirty="0" err="1"/>
              <a:t>nPow</a:t>
            </a:r>
            <a:r>
              <a:rPr lang="en-US" dirty="0"/>
              <a:t>): people with a need for power desire either personal power (not good) or institutional power  (good for the organization)</a:t>
            </a:r>
          </a:p>
          <a:p>
            <a:endParaRPr lang="en-NZ" dirty="0"/>
          </a:p>
        </p:txBody>
      </p:sp>
      <p:pic>
        <p:nvPicPr>
          <p:cNvPr id="2050" name="Picture 2" descr="The Great Dictator movie review (1940) | Roger Ebert">
            <a:extLst>
              <a:ext uri="{FF2B5EF4-FFF2-40B4-BE49-F238E27FC236}">
                <a16:creationId xmlns:a16="http://schemas.microsoft.com/office/drawing/2014/main" id="{DD3230BA-29D6-4A73-8D86-2DE6B4E8F6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03676" y="258800"/>
            <a:ext cx="1772424" cy="2204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99513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7521E-F300-4E49-916B-1D585EDF7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McGregor’s Theory X and Y</a:t>
            </a:r>
            <a:endParaRPr lang="en-N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5C59BB-E59D-47E5-885C-1947691AB9A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Douglas McGregor popularized the human relations approach to management in the 1960s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Theory X</a:t>
            </a:r>
            <a:r>
              <a:rPr lang="en-US" dirty="0"/>
              <a:t>: assumes workers dislike and avoid work, so managers must use coercion, threats and various control schemes to get workers to meet objectives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Theory Y</a:t>
            </a:r>
            <a:r>
              <a:rPr lang="en-US" dirty="0"/>
              <a:t>: assumes individuals consider work as natural as play or rest and enjoy the satisfaction of esteem and self-actualization needs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Theory Z</a:t>
            </a:r>
            <a:r>
              <a:rPr lang="en-US" dirty="0"/>
              <a:t>:  introduced in 1981 by William </a:t>
            </a:r>
            <a:r>
              <a:rPr lang="en-US" dirty="0" err="1"/>
              <a:t>Ouchi</a:t>
            </a:r>
            <a:r>
              <a:rPr lang="en-US" dirty="0"/>
              <a:t> and is based on the Japanese approach to motivating workers, emphasizing trust, quality, collective decision making, and cultural values</a:t>
            </a:r>
          </a:p>
          <a:p>
            <a:endParaRPr lang="en-NZ" dirty="0"/>
          </a:p>
        </p:txBody>
      </p:sp>
      <p:pic>
        <p:nvPicPr>
          <p:cNvPr id="1026" name="Picture 2" descr="Catching Up with the Classics: MODERN TIMES (1936) | by Julian Singleton |  Cinapse">
            <a:extLst>
              <a:ext uri="{FF2B5EF4-FFF2-40B4-BE49-F238E27FC236}">
                <a16:creationId xmlns:a16="http://schemas.microsoft.com/office/drawing/2014/main" id="{E5B211AE-45BC-4B06-9E0B-1A438CB198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1296" y="244330"/>
            <a:ext cx="2857500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89868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BD907-DFDD-4B54-A5CF-E32984400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Influence and Power (1 of 3)</a:t>
            </a:r>
            <a:endParaRPr lang="en-N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04DD90-D924-4B63-B0BD-1D5F0424A22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Thamhain</a:t>
            </a:r>
            <a:r>
              <a:rPr lang="en-US" dirty="0"/>
              <a:t> and </a:t>
            </a:r>
            <a:r>
              <a:rPr lang="en-US" dirty="0" err="1"/>
              <a:t>Wilemon</a:t>
            </a:r>
            <a:r>
              <a:rPr lang="en-US" dirty="0"/>
              <a:t>: ways to have influence on projects</a:t>
            </a:r>
          </a:p>
          <a:p>
            <a:pPr lvl="1"/>
            <a:r>
              <a:rPr lang="en-US" dirty="0"/>
              <a:t>Authority: legitimate hierarchical right to issue orders</a:t>
            </a:r>
          </a:p>
          <a:p>
            <a:pPr lvl="1"/>
            <a:r>
              <a:rPr lang="en-US" dirty="0"/>
              <a:t>Assignment: ability to influence a worker's later work assignments</a:t>
            </a:r>
          </a:p>
          <a:p>
            <a:pPr lvl="1"/>
            <a:r>
              <a:rPr lang="en-US" dirty="0"/>
              <a:t>Budget: ability to authorize others' use of discretionary funds</a:t>
            </a:r>
          </a:p>
          <a:p>
            <a:pPr lvl="1"/>
            <a:r>
              <a:rPr lang="en-US" dirty="0"/>
              <a:t>Promotion: ability to improve a worker's position</a:t>
            </a:r>
          </a:p>
          <a:p>
            <a:pPr lvl="1"/>
            <a:r>
              <a:rPr lang="en-US" dirty="0"/>
              <a:t>Money: ability to increase a worker's pay and benefits</a:t>
            </a:r>
          </a:p>
          <a:p>
            <a:pPr lvl="1"/>
            <a:r>
              <a:rPr lang="en-US" dirty="0"/>
              <a:t>Penalty: ability to cause punishment</a:t>
            </a:r>
          </a:p>
          <a:p>
            <a:pPr lvl="1"/>
            <a:r>
              <a:rPr lang="en-US" dirty="0"/>
              <a:t>Work challenge: ability to assign work that capitalizes on a worker's enjoyment of doing a particular task</a:t>
            </a:r>
          </a:p>
          <a:p>
            <a:pPr lvl="1"/>
            <a:r>
              <a:rPr lang="en-US" dirty="0"/>
              <a:t>Expertise: perceived special knowledge that others deem important</a:t>
            </a:r>
          </a:p>
          <a:p>
            <a:pPr lvl="1"/>
            <a:r>
              <a:rPr lang="en-US" dirty="0"/>
              <a:t>Friendship: ability to establish friendly personal relationships between the project manager and others</a:t>
            </a:r>
          </a:p>
          <a:p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35004634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08ED1-E419-4085-9E10-757C3CE9D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Influence and Power (2 of 3)</a:t>
            </a:r>
            <a:endParaRPr lang="en-N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860001-5C3E-49A7-A322-8EFC09782D8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Ways to influence</a:t>
            </a:r>
          </a:p>
          <a:p>
            <a:pPr lvl="1"/>
            <a:r>
              <a:rPr lang="en-US" dirty="0"/>
              <a:t>Project managers who use work challenges and expertise to influence people projects are more likely to succeed</a:t>
            </a:r>
          </a:p>
          <a:p>
            <a:pPr lvl="1"/>
            <a:r>
              <a:rPr lang="en-US" dirty="0"/>
              <a:t>Projects are more likely to fail when project managers rely too heavily on authority, money, or penalty</a:t>
            </a:r>
          </a:p>
          <a:p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39542356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8951D-4379-4429-B1B7-E6680018E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Influence and Power (3 of 3)</a:t>
            </a:r>
            <a:endParaRPr lang="en-N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A9F6F5-225C-4360-8403-4EF69FD268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Power is the potential ability to influence</a:t>
            </a:r>
            <a:r>
              <a:rPr lang="en-US" dirty="0"/>
              <a:t> behavior to get people to do things they would not otherwise do</a:t>
            </a:r>
          </a:p>
          <a:p>
            <a:r>
              <a:rPr lang="en-US" dirty="0"/>
              <a:t>Types of power </a:t>
            </a:r>
          </a:p>
          <a:p>
            <a:pPr lvl="1"/>
            <a:r>
              <a:rPr lang="en-US" dirty="0"/>
              <a:t>Coercive</a:t>
            </a:r>
          </a:p>
          <a:p>
            <a:pPr lvl="1"/>
            <a:r>
              <a:rPr lang="en-US" dirty="0"/>
              <a:t>Legitimate</a:t>
            </a:r>
          </a:p>
          <a:p>
            <a:pPr lvl="1"/>
            <a:r>
              <a:rPr lang="en-US" dirty="0"/>
              <a:t>Expert</a:t>
            </a:r>
          </a:p>
          <a:p>
            <a:pPr lvl="1"/>
            <a:r>
              <a:rPr lang="en-US" dirty="0"/>
              <a:t>Reward</a:t>
            </a:r>
          </a:p>
          <a:p>
            <a:pPr lvl="1"/>
            <a:r>
              <a:rPr lang="en-US" dirty="0"/>
              <a:t>Referent (role model)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3853238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E7AF8-1ECD-4761-AEB9-A01162E08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Covey and Improving Effectiveness (1 of 2)</a:t>
            </a:r>
            <a:endParaRPr lang="en-N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290EE1-9F11-44CD-95B1-0C7B5B62C16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Project managers can apply Covey’s seven habits to </a:t>
            </a:r>
            <a:r>
              <a:rPr lang="en-US" dirty="0">
                <a:solidFill>
                  <a:srgbClr val="FF0000"/>
                </a:solidFill>
              </a:rPr>
              <a:t>improve effectiveness</a:t>
            </a:r>
            <a:r>
              <a:rPr lang="en-US" dirty="0"/>
              <a:t> on projects</a:t>
            </a:r>
          </a:p>
          <a:p>
            <a:pPr lvl="1"/>
            <a:r>
              <a:rPr lang="en-US" dirty="0"/>
              <a:t>Be proactive</a:t>
            </a:r>
          </a:p>
          <a:p>
            <a:pPr lvl="1"/>
            <a:r>
              <a:rPr lang="en-US" dirty="0"/>
              <a:t>Begin with the end in mind (have a clear vision)</a:t>
            </a:r>
          </a:p>
          <a:p>
            <a:pPr lvl="1"/>
            <a:r>
              <a:rPr lang="en-US" dirty="0"/>
              <a:t>Put first things first</a:t>
            </a:r>
          </a:p>
          <a:p>
            <a:pPr lvl="1"/>
            <a:r>
              <a:rPr lang="en-US" dirty="0"/>
              <a:t>Think win/win</a:t>
            </a:r>
          </a:p>
          <a:p>
            <a:pPr lvl="1"/>
            <a:r>
              <a:rPr lang="en-US" dirty="0"/>
              <a:t>Seek first to understand, then to be understood</a:t>
            </a:r>
          </a:p>
          <a:p>
            <a:pPr lvl="1"/>
            <a:r>
              <a:rPr lang="en-US" dirty="0"/>
              <a:t>Synergize</a:t>
            </a:r>
          </a:p>
          <a:p>
            <a:pPr lvl="1"/>
            <a:r>
              <a:rPr lang="en-US" dirty="0"/>
              <a:t>Sharpen the saw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23880252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CA0CC-85D3-4EE8-982F-DD39E6B14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Covey and Improving Effectiveness (2 of 2)</a:t>
            </a:r>
            <a:endParaRPr lang="en-N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569C01-8DA3-43CC-96D6-F65B85CE5EF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Good project managers are </a:t>
            </a:r>
            <a:r>
              <a:rPr lang="en-US" dirty="0">
                <a:solidFill>
                  <a:srgbClr val="FF0000"/>
                </a:solidFill>
              </a:rPr>
              <a:t>empathic listeners </a:t>
            </a:r>
          </a:p>
          <a:p>
            <a:pPr lvl="1"/>
            <a:r>
              <a:rPr lang="en-US" dirty="0"/>
              <a:t>They listen with the intent to understand</a:t>
            </a:r>
          </a:p>
          <a:p>
            <a:r>
              <a:rPr lang="en-US" dirty="0"/>
              <a:t>Before you can communicate with others, you have to have rapport </a:t>
            </a:r>
          </a:p>
          <a:p>
            <a:pPr lvl="1"/>
            <a:r>
              <a:rPr lang="en-US" dirty="0"/>
              <a:t>Relation of harmony, conformity, accord, or affinity</a:t>
            </a:r>
          </a:p>
          <a:p>
            <a:r>
              <a:rPr lang="en-US" dirty="0"/>
              <a:t>Mirroring is the matching of certain behaviors of the other person</a:t>
            </a:r>
          </a:p>
          <a:p>
            <a:pPr lvl="1"/>
            <a:r>
              <a:rPr lang="en-US" dirty="0"/>
              <a:t>A technique to help establish rapport</a:t>
            </a:r>
          </a:p>
          <a:p>
            <a:r>
              <a:rPr lang="en-US" dirty="0"/>
              <a:t>IT professionals need to develop empathic listening and other people skills to improve relationships with users and other stakeholders</a:t>
            </a:r>
          </a:p>
          <a:p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40203733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253B1-5EF6-474D-971B-ED3874184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Emotional Intelligence</a:t>
            </a:r>
            <a:endParaRPr lang="en-N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D1BD2D-757E-426E-B78A-7BE598D4432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Howard Gardner’s book </a:t>
            </a:r>
            <a:r>
              <a:rPr lang="en-US" i="1" dirty="0"/>
              <a:t>Frames of Mind: The Theory of Multiple Intelligences </a:t>
            </a:r>
            <a:r>
              <a:rPr lang="en-US" dirty="0"/>
              <a:t>introduced the concept of using more than one way to think of and measure human intelligence</a:t>
            </a:r>
          </a:p>
          <a:p>
            <a:pPr lvl="1"/>
            <a:r>
              <a:rPr lang="en-US" dirty="0"/>
              <a:t>Emotional intelligence (EI) is </a:t>
            </a:r>
            <a:r>
              <a:rPr lang="en-US" dirty="0">
                <a:solidFill>
                  <a:srgbClr val="FF0000"/>
                </a:solidFill>
              </a:rPr>
              <a:t>knowing and managing one’s own emotions </a:t>
            </a:r>
            <a:r>
              <a:rPr lang="en-US" dirty="0"/>
              <a:t>and </a:t>
            </a:r>
            <a:r>
              <a:rPr lang="en-US" dirty="0">
                <a:solidFill>
                  <a:srgbClr val="FF0000"/>
                </a:solidFill>
              </a:rPr>
              <a:t>understanding the emotions of others </a:t>
            </a:r>
            <a:r>
              <a:rPr lang="en-US" dirty="0"/>
              <a:t>for improved performance</a:t>
            </a:r>
          </a:p>
          <a:p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31557009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85BFE-A5FB-48D3-A853-29AB82093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Developing the Resource Management Plan</a:t>
            </a:r>
            <a:br>
              <a:rPr lang="en-US" dirty="0"/>
            </a:br>
            <a:r>
              <a:rPr lang="en-US" dirty="0"/>
              <a:t>and Team Charter</a:t>
            </a:r>
            <a:endParaRPr lang="en-N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83403F-E4F7-4766-A60A-BFC27EB0CA3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Involves identifying and documenting project resources, roles, responsibilities, skills, and reporting relationships</a:t>
            </a:r>
          </a:p>
          <a:p>
            <a:pPr lvl="1"/>
            <a:r>
              <a:rPr lang="en-US" dirty="0"/>
              <a:t>Can be separated into a </a:t>
            </a:r>
            <a:r>
              <a:rPr lang="en-US" dirty="0">
                <a:solidFill>
                  <a:srgbClr val="FF0000"/>
                </a:solidFill>
              </a:rPr>
              <a:t>human resource management </a:t>
            </a:r>
            <a:r>
              <a:rPr lang="en-US" dirty="0"/>
              <a:t>plan and a </a:t>
            </a:r>
            <a:r>
              <a:rPr lang="en-US" dirty="0">
                <a:solidFill>
                  <a:srgbClr val="FF0000"/>
                </a:solidFill>
              </a:rPr>
              <a:t>physical resource management</a:t>
            </a:r>
            <a:r>
              <a:rPr lang="en-US" dirty="0"/>
              <a:t> plan</a:t>
            </a:r>
          </a:p>
          <a:p>
            <a:r>
              <a:rPr lang="en-US" dirty="0"/>
              <a:t>Contents include:</a:t>
            </a:r>
          </a:p>
          <a:p>
            <a:pPr lvl="1"/>
            <a:r>
              <a:rPr lang="en-US" dirty="0"/>
              <a:t>Project organizational charts</a:t>
            </a:r>
          </a:p>
          <a:p>
            <a:pPr lvl="1"/>
            <a:r>
              <a:rPr lang="en-US" dirty="0"/>
              <a:t>Responsibility assignment matrixes</a:t>
            </a:r>
          </a:p>
          <a:p>
            <a:pPr lvl="1"/>
            <a:r>
              <a:rPr lang="en-US" dirty="0"/>
              <a:t>Staffing management plan and resource histograms</a:t>
            </a:r>
          </a:p>
          <a:p>
            <a:pPr lvl="1"/>
            <a:r>
              <a:rPr lang="en-US" dirty="0"/>
              <a:t>Team charters</a:t>
            </a:r>
          </a:p>
          <a:p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14620953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6396D-CAA5-4815-B7D4-1161A8A81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organizational charts</a:t>
            </a:r>
            <a:endParaRPr lang="en-NZ" dirty="0"/>
          </a:p>
        </p:txBody>
      </p:sp>
      <p:pic>
        <p:nvPicPr>
          <p:cNvPr id="4" name="Picture 3" descr="Image displays part of an organizational chart for a project.&#10;">
            <a:extLst>
              <a:ext uri="{FF2B5EF4-FFF2-40B4-BE49-F238E27FC236}">
                <a16:creationId xmlns:a16="http://schemas.microsoft.com/office/drawing/2014/main" id="{9613C4E1-0716-4980-BFA0-4581EF27CB6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9110" y="2052196"/>
            <a:ext cx="6913780" cy="4183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8457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A3B11-0CB0-495D-83BA-542CEADDA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Assignment workflow</a:t>
            </a:r>
          </a:p>
        </p:txBody>
      </p:sp>
      <p:pic>
        <p:nvPicPr>
          <p:cNvPr id="4" name="Picture 3" descr="Image displays a framework for defining and assigning work.&#10;">
            <a:extLst>
              <a:ext uri="{FF2B5EF4-FFF2-40B4-BE49-F238E27FC236}">
                <a16:creationId xmlns:a16="http://schemas.microsoft.com/office/drawing/2014/main" id="{EA3853B3-6C88-414E-926E-B972961DD78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0804" y="2153092"/>
            <a:ext cx="7439408" cy="3907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6795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B4175-1AF2-4CC3-9669-86B0918E5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Responsibility assignment matrixes</a:t>
            </a:r>
            <a:endParaRPr lang="en-NZ" dirty="0"/>
          </a:p>
        </p:txBody>
      </p:sp>
      <p:pic>
        <p:nvPicPr>
          <p:cNvPr id="4" name="Picture 3" descr="Image displays a responsibility assignment matrix (RAM).&#10;">
            <a:extLst>
              <a:ext uri="{FF2B5EF4-FFF2-40B4-BE49-F238E27FC236}">
                <a16:creationId xmlns:a16="http://schemas.microsoft.com/office/drawing/2014/main" id="{94BC09DD-62A3-4C14-8067-F37EB8E3854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2702" y="2346251"/>
            <a:ext cx="7152166" cy="3576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8271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19569-EB0A-4842-82DF-EAE4AF0A9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RACI (Responsibility, Accountability, Consultation, Informed) chart</a:t>
            </a:r>
          </a:p>
        </p:txBody>
      </p:sp>
      <p:graphicFrame>
        <p:nvGraphicFramePr>
          <p:cNvPr id="4" name="Content Placeholder 5">
            <a:extLst>
              <a:ext uri="{FF2B5EF4-FFF2-40B4-BE49-F238E27FC236}">
                <a16:creationId xmlns:a16="http://schemas.microsoft.com/office/drawing/2014/main" id="{5D15E9F4-1569-4971-A4D0-36C1830EE71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01084069"/>
              </p:ext>
            </p:extLst>
          </p:nvPr>
        </p:nvGraphicFramePr>
        <p:xfrm>
          <a:off x="2010882" y="2899513"/>
          <a:ext cx="7886700" cy="33813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7340">
                  <a:extLst>
                    <a:ext uri="{9D8B030D-6E8A-4147-A177-3AD203B41FA5}">
                      <a16:colId xmlns:a16="http://schemas.microsoft.com/office/drawing/2014/main" val="3075646484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25710884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4077336350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1189830288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3093558559"/>
                    </a:ext>
                  </a:extLst>
                </a:gridCol>
              </a:tblGrid>
              <a:tr h="53657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Car 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Shop 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Mechanic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Parts Supplier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23297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Pay for parts and</a:t>
                      </a:r>
                    </a:p>
                    <a:p>
                      <a:r>
                        <a:rPr lang="en-US" dirty="0"/>
                        <a:t>services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A, 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62739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Determine parts and</a:t>
                      </a:r>
                      <a:r>
                        <a:rPr lang="en-US" baseline="0" dirty="0"/>
                        <a:t> </a:t>
                      </a:r>
                      <a:r>
                        <a:rPr lang="en-US" dirty="0"/>
                        <a:t>services needed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A, R</a:t>
                      </a:r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94527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Supply 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A, 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52743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Install 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0583797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02E3B7F9-B895-4470-ACD4-EABFBC31A894}"/>
              </a:ext>
            </a:extLst>
          </p:cNvPr>
          <p:cNvSpPr/>
          <p:nvPr/>
        </p:nvSpPr>
        <p:spPr>
          <a:xfrm>
            <a:off x="3924744" y="6383927"/>
            <a:ext cx="3841886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Table 9-2 Sample RACI chart</a:t>
            </a:r>
          </a:p>
        </p:txBody>
      </p:sp>
    </p:spTree>
    <p:extLst>
      <p:ext uri="{BB962C8B-B14F-4D97-AF65-F5344CB8AC3E}">
        <p14:creationId xmlns:p14="http://schemas.microsoft.com/office/powerpoint/2010/main" val="42826498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3707A-8B64-4258-8093-506B0280A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Resource histogram</a:t>
            </a:r>
          </a:p>
        </p:txBody>
      </p:sp>
      <p:pic>
        <p:nvPicPr>
          <p:cNvPr id="4" name="Picture 3" descr="Image displays a histogram for a six-month IT project.&#10;">
            <a:extLst>
              <a:ext uri="{FF2B5EF4-FFF2-40B4-BE49-F238E27FC236}">
                <a16:creationId xmlns:a16="http://schemas.microsoft.com/office/drawing/2014/main" id="{1E503C58-4EF4-4677-A66D-255D83D0EF0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3357" y="2115737"/>
            <a:ext cx="6114047" cy="4179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92056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F05D6-3259-435C-9B30-19612AF09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Estimating Activity Resources</a:t>
            </a:r>
            <a:endParaRPr lang="en-N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D6265F-80B5-4A83-82BA-D1561AF87F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Tools that can assist in resource estimating</a:t>
            </a:r>
          </a:p>
          <a:p>
            <a:pPr lvl="1"/>
            <a:r>
              <a:rPr lang="en-US" dirty="0"/>
              <a:t>Expert judgment</a:t>
            </a:r>
          </a:p>
          <a:p>
            <a:pPr lvl="1"/>
            <a:r>
              <a:rPr lang="en-US" dirty="0"/>
              <a:t>Various estimating approaches</a:t>
            </a:r>
          </a:p>
          <a:p>
            <a:pPr lvl="1"/>
            <a:r>
              <a:rPr lang="en-US" dirty="0"/>
              <a:t>Data analysis</a:t>
            </a:r>
          </a:p>
          <a:p>
            <a:pPr lvl="1"/>
            <a:r>
              <a:rPr lang="en-US" dirty="0"/>
              <a:t>Project management software</a:t>
            </a:r>
          </a:p>
          <a:p>
            <a:pPr lvl="1"/>
            <a:r>
              <a:rPr lang="en-US" dirty="0"/>
              <a:t>Meetings</a:t>
            </a:r>
          </a:p>
          <a:p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42355813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29736-DC66-4248-A840-E8AAC45D8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 Loading (1 of 2)</a:t>
            </a:r>
            <a:endParaRPr lang="en-N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CCBC37-170A-4E90-B22E-742C523F1F2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Resource loading refers to the amount of individual resources an existing schedule requires during specific time periods</a:t>
            </a:r>
          </a:p>
          <a:p>
            <a:pPr lvl="1"/>
            <a:r>
              <a:rPr lang="en-US" dirty="0"/>
              <a:t>Helps project managers develop a general understanding of the demands a project will make on the organization’s resources and individual people’s schedules</a:t>
            </a:r>
          </a:p>
          <a:p>
            <a:r>
              <a:rPr lang="en-NZ" dirty="0"/>
              <a:t>A resource is said to be </a:t>
            </a:r>
            <a:r>
              <a:rPr lang="en-NZ" dirty="0">
                <a:solidFill>
                  <a:srgbClr val="FF0000"/>
                </a:solidFill>
              </a:rPr>
              <a:t>overallocated</a:t>
            </a:r>
            <a:r>
              <a:rPr lang="en-NZ" dirty="0"/>
              <a:t> when he/she is assigned more work than the actual capacity within a given time.</a:t>
            </a:r>
            <a:endParaRPr lang="en-US" dirty="0"/>
          </a:p>
          <a:p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12829075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5184E-93DB-4717-90A4-8E00DCDF2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 Loading (2 of 2)</a:t>
            </a:r>
            <a:endParaRPr lang="en-NZ" dirty="0"/>
          </a:p>
        </p:txBody>
      </p:sp>
      <p:pic>
        <p:nvPicPr>
          <p:cNvPr id="4" name="Picture 3" descr="Image displays a resource histogram created in Microsoft Project.&#10;">
            <a:extLst>
              <a:ext uri="{FF2B5EF4-FFF2-40B4-BE49-F238E27FC236}">
                <a16:creationId xmlns:a16="http://schemas.microsoft.com/office/drawing/2014/main" id="{3E687299-FC96-4AB0-9E0A-BCA07B10938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2298" y="1690688"/>
            <a:ext cx="6844341" cy="4646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6089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DB5D4-355B-4B22-84E0-A83A4E882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 Leveling (1 of 2)</a:t>
            </a:r>
            <a:endParaRPr lang="en-N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90D602-31A4-42F7-9E5B-0F83932A18E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Resource leveling</a:t>
            </a:r>
            <a:r>
              <a:rPr lang="en-US" dirty="0"/>
              <a:t> is a technique for resolving resource conflicts by </a:t>
            </a:r>
            <a:r>
              <a:rPr lang="en-US" dirty="0">
                <a:solidFill>
                  <a:srgbClr val="FF0000"/>
                </a:solidFill>
              </a:rPr>
              <a:t>delaying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tasks</a:t>
            </a:r>
          </a:p>
          <a:p>
            <a:pPr lvl="1"/>
            <a:r>
              <a:rPr lang="en-US" dirty="0"/>
              <a:t>Main purpose is to create a smoother distribution of resource usage</a:t>
            </a:r>
          </a:p>
          <a:p>
            <a:r>
              <a:rPr lang="en-US" dirty="0"/>
              <a:t>Benefits of resource leveling</a:t>
            </a:r>
          </a:p>
          <a:p>
            <a:pPr lvl="1"/>
            <a:r>
              <a:rPr lang="en-US" dirty="0"/>
              <a:t>When resources are used on a more constant basis, they require less management</a:t>
            </a:r>
          </a:p>
          <a:p>
            <a:pPr lvl="1"/>
            <a:r>
              <a:rPr lang="en-US" dirty="0"/>
              <a:t>May enable project managers to use a just-in-time inventory type of policy for using subcontractors or other expensive resources</a:t>
            </a:r>
          </a:p>
          <a:p>
            <a:pPr lvl="1"/>
            <a:r>
              <a:rPr lang="en-US" dirty="0"/>
              <a:t>Results in fewer problems for project personnel and accounting department</a:t>
            </a:r>
          </a:p>
          <a:p>
            <a:pPr lvl="1"/>
            <a:r>
              <a:rPr lang="en-US" dirty="0"/>
              <a:t>Often improves morale</a:t>
            </a:r>
          </a:p>
          <a:p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10479200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D013F-5726-4EE1-9339-CAED84935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 Leveling (2 of 2)</a:t>
            </a:r>
            <a:endParaRPr lang="en-NZ" dirty="0"/>
          </a:p>
        </p:txBody>
      </p:sp>
      <p:pic>
        <p:nvPicPr>
          <p:cNvPr id="4" name="Picture 3" descr="Image illustrates an example of resource leveling.&#10;">
            <a:extLst>
              <a:ext uri="{FF2B5EF4-FFF2-40B4-BE49-F238E27FC236}">
                <a16:creationId xmlns:a16="http://schemas.microsoft.com/office/drawing/2014/main" id="{8654AB4D-EAC2-4E9A-9862-E28186BE415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3692" y="1574487"/>
            <a:ext cx="6085368" cy="5283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7221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D3AD5-0C5A-34AE-04ED-5B8B20375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Load Balancing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4878B9-C88F-81BB-8BF4-3BA271275C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5995" y="1349375"/>
            <a:ext cx="9289687" cy="485617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C2B2BD3-AAA3-B794-9FF2-5F3F8BBDAE61}"/>
              </a:ext>
            </a:extLst>
          </p:cNvPr>
          <p:cNvSpPr txBox="1"/>
          <p:nvPr/>
        </p:nvSpPr>
        <p:spPr>
          <a:xfrm>
            <a:off x="3283027" y="6205552"/>
            <a:ext cx="6587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J. Kleinberg and E. </a:t>
            </a:r>
            <a:r>
              <a:rPr lang="en-NZ" dirty="0" err="1"/>
              <a:t>Tardos</a:t>
            </a:r>
            <a:r>
              <a:rPr lang="en-NZ" dirty="0"/>
              <a:t>, Algorithm Design, Person-Addison Wesley.</a:t>
            </a:r>
          </a:p>
        </p:txBody>
      </p:sp>
    </p:spTree>
    <p:extLst>
      <p:ext uri="{BB962C8B-B14F-4D97-AF65-F5344CB8AC3E}">
        <p14:creationId xmlns:p14="http://schemas.microsoft.com/office/powerpoint/2010/main" val="422477514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290E6-4AE5-D769-6596-FD5C8D4F2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Example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BBA960-66C0-C12C-7092-670AA95397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3638" y="1329023"/>
            <a:ext cx="7205939" cy="435567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DE0D2B0-E1A5-D891-E442-7DBC5BEAAB23}"/>
              </a:ext>
            </a:extLst>
          </p:cNvPr>
          <p:cNvSpPr txBox="1"/>
          <p:nvPr/>
        </p:nvSpPr>
        <p:spPr>
          <a:xfrm>
            <a:off x="4084504" y="6023339"/>
            <a:ext cx="60978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Z" dirty="0"/>
              <a:t>https://www.otfried.org/courses/cs500/slides-approx.pdf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81670B-701E-7C59-D089-4E789762EB49}"/>
              </a:ext>
            </a:extLst>
          </p:cNvPr>
          <p:cNvSpPr txBox="1"/>
          <p:nvPr/>
        </p:nvSpPr>
        <p:spPr>
          <a:xfrm>
            <a:off x="1112129" y="2995197"/>
            <a:ext cx="238021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sz="2800" dirty="0">
                <a:solidFill>
                  <a:srgbClr val="0089CF"/>
                </a:solidFill>
              </a:rPr>
              <a:t>Can you find the optimal </a:t>
            </a:r>
            <a:r>
              <a:rPr lang="en-NZ" sz="2800" dirty="0" err="1">
                <a:solidFill>
                  <a:srgbClr val="0089CF"/>
                </a:solidFill>
              </a:rPr>
              <a:t>makespan</a:t>
            </a:r>
            <a:r>
              <a:rPr lang="en-NZ" sz="2800" dirty="0">
                <a:solidFill>
                  <a:srgbClr val="0089CF"/>
                </a:solidFill>
              </a:rPr>
              <a:t> L*?</a:t>
            </a:r>
          </a:p>
        </p:txBody>
      </p:sp>
    </p:spTree>
    <p:extLst>
      <p:ext uri="{BB962C8B-B14F-4D97-AF65-F5344CB8AC3E}">
        <p14:creationId xmlns:p14="http://schemas.microsoft.com/office/powerpoint/2010/main" val="174959266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22C83-62ED-6520-F65D-B90A41AD0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Greedy Algorithm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63A8DA-0D0F-58B3-3612-3133B8F6FC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3075" y="1471612"/>
            <a:ext cx="7705672" cy="4719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42516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23F56-1B25-C0EB-D341-13AA97CD4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Greedy algorithm analysis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9128FD-01D5-0020-5F70-1627F8A683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2889" y="1581109"/>
            <a:ext cx="8202460" cy="176806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20128DE-C71C-AEB0-42C9-268991AED2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0665" y="3276450"/>
            <a:ext cx="9344656" cy="3216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23266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ECCA4-B7B4-394D-F3FE-09C309B04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Greedy algorithm analysis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AC740E-F4B2-589E-CE98-FCDB35481A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3035" y="1441556"/>
            <a:ext cx="8604175" cy="5327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87492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ABCD4-B619-7216-B543-C047A07BC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Greedy algorithm analysis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0E53ED-60ED-7EBF-F0FB-63FCAE27D7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0382" y="2330450"/>
            <a:ext cx="7343775" cy="4162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26767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5CE38-3FB5-4B0C-8061-75B8C0BBE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Developing the Project Team (1 of 2)</a:t>
            </a:r>
            <a:endParaRPr lang="en-N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C2D0A3-8E1C-44B9-939F-39FAA12595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The main goal of team development is to help people work together more effectively to improve project performance </a:t>
            </a:r>
          </a:p>
          <a:p>
            <a:pPr lvl="1"/>
            <a:r>
              <a:rPr lang="en-US" dirty="0"/>
              <a:t>It takes teamwork to successfully complete most projects</a:t>
            </a:r>
          </a:p>
          <a:p>
            <a:r>
              <a:rPr lang="en-US" dirty="0"/>
              <a:t>Tuckman model describes five stages of team development</a:t>
            </a:r>
          </a:p>
          <a:p>
            <a:pPr lvl="1"/>
            <a:r>
              <a:rPr lang="en-US" dirty="0"/>
              <a:t>Forming</a:t>
            </a:r>
          </a:p>
          <a:p>
            <a:pPr lvl="1"/>
            <a:r>
              <a:rPr lang="en-US" dirty="0"/>
              <a:t>Storming</a:t>
            </a:r>
          </a:p>
          <a:p>
            <a:pPr lvl="1"/>
            <a:r>
              <a:rPr lang="en-US" dirty="0"/>
              <a:t>Norming</a:t>
            </a:r>
          </a:p>
          <a:p>
            <a:pPr lvl="1"/>
            <a:r>
              <a:rPr lang="en-US" dirty="0"/>
              <a:t>Performing</a:t>
            </a:r>
          </a:p>
          <a:p>
            <a:pPr lvl="1"/>
            <a:r>
              <a:rPr lang="en-US" dirty="0"/>
              <a:t>Adjourning</a:t>
            </a:r>
          </a:p>
          <a:p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354584171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71365-DE88-478A-8FFA-A3C00A4DC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Developing the Project Team (2 of 2)</a:t>
            </a:r>
            <a:endParaRPr lang="en-N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7589D5-C38B-445E-BE08-AC8FD9F2196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Training </a:t>
            </a:r>
          </a:p>
          <a:p>
            <a:pPr lvl="1"/>
            <a:r>
              <a:rPr lang="en-US" dirty="0"/>
              <a:t>Project managers often recommend that people take specific training courses to improve individual and team development</a:t>
            </a:r>
          </a:p>
          <a:p>
            <a:r>
              <a:rPr lang="en-US" dirty="0"/>
              <a:t>Team-building activities </a:t>
            </a:r>
          </a:p>
          <a:p>
            <a:pPr lvl="1"/>
            <a:r>
              <a:rPr lang="en-US" dirty="0"/>
              <a:t>Physical challenges</a:t>
            </a:r>
          </a:p>
          <a:p>
            <a:pPr lvl="1"/>
            <a:r>
              <a:rPr lang="en-US" dirty="0"/>
              <a:t>Psychological preference indicator tools</a:t>
            </a:r>
          </a:p>
          <a:p>
            <a:endParaRPr lang="en-US" dirty="0"/>
          </a:p>
          <a:p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251313664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DEC75-B364-4D89-AC8D-196C0202C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Meyers-Briggs Type Indicator </a:t>
            </a:r>
            <a:endParaRPr lang="en-N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992F30-F2F1-4C38-B4C1-8FD262DFBE0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Popular tool for determining personality preferences and helping teammates understand each other </a:t>
            </a:r>
          </a:p>
          <a:p>
            <a:r>
              <a:rPr lang="en-US" dirty="0"/>
              <a:t>Four dimensions </a:t>
            </a:r>
          </a:p>
          <a:p>
            <a:pPr lvl="1"/>
            <a:r>
              <a:rPr lang="en-US" dirty="0"/>
              <a:t>Extrovert/Introvert (E/I)</a:t>
            </a:r>
          </a:p>
          <a:p>
            <a:pPr lvl="1"/>
            <a:r>
              <a:rPr lang="en-US" dirty="0"/>
              <a:t>Sensation/Intuition (S/N)</a:t>
            </a:r>
          </a:p>
          <a:p>
            <a:pPr lvl="1"/>
            <a:r>
              <a:rPr lang="en-US" dirty="0"/>
              <a:t>Thinking/Feeling (T/F)</a:t>
            </a:r>
          </a:p>
          <a:p>
            <a:pPr lvl="1"/>
            <a:r>
              <a:rPr lang="en-US" dirty="0"/>
              <a:t>Judgment/Perception (J/P)</a:t>
            </a:r>
          </a:p>
          <a:p>
            <a:r>
              <a:rPr lang="en-US" dirty="0"/>
              <a:t>Intuitive/Thinking types (i.e., NTs or </a:t>
            </a:r>
            <a:r>
              <a:rPr lang="en-US" dirty="0" err="1"/>
              <a:t>rationals</a:t>
            </a:r>
            <a:r>
              <a:rPr lang="en-US" dirty="0"/>
              <a:t>) are attracted to technology fields</a:t>
            </a:r>
          </a:p>
          <a:p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25911356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26212-2997-4B8E-A608-2DBA56981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Social Styles Profile</a:t>
            </a:r>
            <a:endParaRPr lang="en-N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BF537B-9150-47E2-8934-DDA61441705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60500" y="1844530"/>
            <a:ext cx="4419305" cy="4351338"/>
          </a:xfrm>
        </p:spPr>
        <p:txBody>
          <a:bodyPr/>
          <a:lstStyle/>
          <a:p>
            <a:r>
              <a:rPr lang="en-US" dirty="0"/>
              <a:t>People are perceived as behaving primarily in one of four zones, based on their assertiveness and responsiveness</a:t>
            </a:r>
          </a:p>
          <a:p>
            <a:pPr lvl="1"/>
            <a:r>
              <a:rPr lang="en-US" dirty="0"/>
              <a:t>Drivers</a:t>
            </a:r>
          </a:p>
          <a:p>
            <a:pPr lvl="1"/>
            <a:r>
              <a:rPr lang="en-US" dirty="0" err="1"/>
              <a:t>Expressives</a:t>
            </a:r>
            <a:endParaRPr lang="en-US" dirty="0"/>
          </a:p>
          <a:p>
            <a:pPr lvl="1"/>
            <a:r>
              <a:rPr lang="en-US" dirty="0" err="1"/>
              <a:t>Analyticals</a:t>
            </a:r>
            <a:endParaRPr lang="en-US" dirty="0"/>
          </a:p>
          <a:p>
            <a:pPr lvl="1"/>
            <a:r>
              <a:rPr lang="en-US" dirty="0" err="1"/>
              <a:t>Amiables</a:t>
            </a:r>
            <a:endParaRPr lang="en-US" dirty="0"/>
          </a:p>
          <a:p>
            <a:endParaRPr lang="en-NZ" dirty="0"/>
          </a:p>
        </p:txBody>
      </p:sp>
      <p:pic>
        <p:nvPicPr>
          <p:cNvPr id="4" name="Picture 3" descr="Image illustrates the relationship between social styles and determinants.&#10;">
            <a:extLst>
              <a:ext uri="{FF2B5EF4-FFF2-40B4-BE49-F238E27FC236}">
                <a16:creationId xmlns:a16="http://schemas.microsoft.com/office/drawing/2014/main" id="{8402983B-75EF-481E-BB1B-213A19FCA10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6943" y="1844530"/>
            <a:ext cx="3812062" cy="4032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33583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C148C-1FB1-4119-A3C6-890BF8480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Reward and Recognition Systems</a:t>
            </a:r>
            <a:endParaRPr lang="en-N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0691A0-416A-45F4-8BD7-8310F527FE2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Team-based reward and recognition systems can promote teamwork</a:t>
            </a:r>
          </a:p>
          <a:p>
            <a:pPr lvl="1"/>
            <a:r>
              <a:rPr lang="en-US" dirty="0"/>
              <a:t>Focus on rewarding teams for achieving specific goals</a:t>
            </a:r>
          </a:p>
          <a:p>
            <a:pPr lvl="2"/>
            <a:r>
              <a:rPr lang="en-US" dirty="0"/>
              <a:t>If management rewards teamwork, they will promote or reinforce the philosophy that people work more effectively in teams</a:t>
            </a:r>
          </a:p>
          <a:p>
            <a:r>
              <a:rPr lang="en-US" dirty="0"/>
              <a:t>Project managers must continually assess their team’s performance</a:t>
            </a:r>
          </a:p>
          <a:p>
            <a:pPr lvl="1"/>
            <a:r>
              <a:rPr lang="en-US" dirty="0"/>
              <a:t>When they find areas in which individuals or the entire team can improve, it’s their job to find the best way to develop their people and improve performance</a:t>
            </a:r>
          </a:p>
          <a:p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234546331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1F6F0-51C0-4EFB-A739-BD19858B9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 and Techniques for Managing Project Teams (1 of 4) </a:t>
            </a:r>
            <a:endParaRPr lang="en-N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6DE787-420F-49DB-98BC-C73FE2CA9F6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Several tools and techniques are available to assist in managing project teams</a:t>
            </a:r>
          </a:p>
          <a:p>
            <a:pPr lvl="1"/>
            <a:r>
              <a:rPr lang="en-US" dirty="0"/>
              <a:t>Interpersonal and team skills</a:t>
            </a:r>
          </a:p>
          <a:p>
            <a:pPr lvl="1"/>
            <a:r>
              <a:rPr lang="en-US" dirty="0"/>
              <a:t>Project management information systems</a:t>
            </a:r>
          </a:p>
          <a:p>
            <a:pPr lvl="1"/>
            <a:r>
              <a:rPr lang="en-US" dirty="0"/>
              <a:t>Conflict management</a:t>
            </a:r>
          </a:p>
          <a:p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237509385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29AF9-DFC7-42AD-A122-ABAA99208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 and Techniques for Managing Project Teams (2 of 4)</a:t>
            </a:r>
            <a:endParaRPr lang="en-N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B65FD2-3D38-43C8-A15C-00B5E01F40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Conflict handling modes</a:t>
            </a:r>
          </a:p>
          <a:p>
            <a:pPr lvl="1"/>
            <a:r>
              <a:rPr lang="en-US" dirty="0"/>
              <a:t>Confrontation: directly face a conflict using a problem-solving approach</a:t>
            </a:r>
          </a:p>
          <a:p>
            <a:pPr lvl="1"/>
            <a:r>
              <a:rPr lang="en-US" dirty="0"/>
              <a:t>Compromise: use a give-and-take approach</a:t>
            </a:r>
          </a:p>
          <a:p>
            <a:pPr lvl="1"/>
            <a:r>
              <a:rPr lang="en-US" dirty="0"/>
              <a:t>Smoothing: de-emphasize areas of difference and emphasize areas of agreement</a:t>
            </a:r>
          </a:p>
          <a:p>
            <a:pPr lvl="1"/>
            <a:r>
              <a:rPr lang="en-US" dirty="0"/>
              <a:t>Forcing: win-lose approach</a:t>
            </a:r>
          </a:p>
          <a:p>
            <a:pPr lvl="1"/>
            <a:r>
              <a:rPr lang="en-US" dirty="0"/>
              <a:t>Withdrawal: retreat or withdraw from an actual or potential disagreement</a:t>
            </a:r>
          </a:p>
          <a:p>
            <a:pPr lvl="1"/>
            <a:r>
              <a:rPr lang="en-US" dirty="0"/>
              <a:t>Collaborating: decision makers incorporate different  viewpoints and insights to develop consensus and commitment  </a:t>
            </a:r>
          </a:p>
          <a:p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371983491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D2FDA-C40B-4D75-9EBA-FED206976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 and Techniques for Managing Project Teams (3 of 4)</a:t>
            </a:r>
            <a:endParaRPr lang="en-NZ" dirty="0"/>
          </a:p>
        </p:txBody>
      </p:sp>
      <p:pic>
        <p:nvPicPr>
          <p:cNvPr id="4" name="Picture 3" descr="Image illustrates strategies for handling conflicts according to relationship and task importance. &#10;">
            <a:extLst>
              <a:ext uri="{FF2B5EF4-FFF2-40B4-BE49-F238E27FC236}">
                <a16:creationId xmlns:a16="http://schemas.microsoft.com/office/drawing/2014/main" id="{EC3F11ED-4789-4B59-962C-BB10395E48D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2807" y="1913973"/>
            <a:ext cx="6291686" cy="4578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085098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5B288-5BB6-41CF-969E-4A8F43A3E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 and Techniques for Managing Project Teams (4 of 4)</a:t>
            </a:r>
            <a:endParaRPr lang="en-N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5CC266-F224-47C0-A7D5-222E39CE349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Conflict can be good</a:t>
            </a:r>
          </a:p>
          <a:p>
            <a:pPr lvl="1"/>
            <a:r>
              <a:rPr lang="en-US" dirty="0"/>
              <a:t>Conflict often produces important results, such as new ideas, better alternatives, and motivation to work harder and more collaboratively</a:t>
            </a:r>
          </a:p>
          <a:p>
            <a:pPr lvl="1"/>
            <a:r>
              <a:rPr lang="en-US" dirty="0"/>
              <a:t>Groupthink: conformance to the values or ethical standards of a group; can develop if there are no conflicting viewpoints</a:t>
            </a:r>
          </a:p>
          <a:p>
            <a:pPr lvl="1"/>
            <a:r>
              <a:rPr lang="en-US" dirty="0"/>
              <a:t>Research suggests that </a:t>
            </a:r>
            <a:r>
              <a:rPr lang="en-US" dirty="0">
                <a:solidFill>
                  <a:srgbClr val="FF0000"/>
                </a:solidFill>
              </a:rPr>
              <a:t>task-related conflict </a:t>
            </a:r>
            <a:r>
              <a:rPr lang="en-US" dirty="0"/>
              <a:t>often improves team performance, but </a:t>
            </a:r>
            <a:r>
              <a:rPr lang="en-US" dirty="0">
                <a:solidFill>
                  <a:srgbClr val="FF0000"/>
                </a:solidFill>
              </a:rPr>
              <a:t>emotional conflict </a:t>
            </a:r>
            <a:r>
              <a:rPr lang="en-US" dirty="0"/>
              <a:t>often depresses team performance</a:t>
            </a:r>
          </a:p>
          <a:p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23446172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A4C25-47DD-467E-BD50-519BE3780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Advice on Managing Teams</a:t>
            </a:r>
            <a:endParaRPr lang="en-N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9DEE75-18A9-48D1-9221-57365AD3D39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General advice </a:t>
            </a:r>
          </a:p>
          <a:p>
            <a:pPr lvl="1"/>
            <a:r>
              <a:rPr lang="en-US" dirty="0"/>
              <a:t>Be patient and kind with your team</a:t>
            </a:r>
          </a:p>
          <a:p>
            <a:pPr lvl="1"/>
            <a:r>
              <a:rPr lang="en-US" dirty="0"/>
              <a:t>Fix the problem instead of blaming people </a:t>
            </a:r>
          </a:p>
          <a:p>
            <a:pPr lvl="1"/>
            <a:r>
              <a:rPr lang="en-US" dirty="0"/>
              <a:t>Establish regular, effective meetings</a:t>
            </a:r>
          </a:p>
          <a:p>
            <a:pPr lvl="1"/>
            <a:r>
              <a:rPr lang="en-US" dirty="0"/>
              <a:t>Allow time for teams to go through the basic team-building stages </a:t>
            </a:r>
          </a:p>
          <a:p>
            <a:pPr lvl="1"/>
            <a:r>
              <a:rPr lang="en-US" dirty="0"/>
              <a:t>Limit the size of work teams to three to seven members</a:t>
            </a:r>
          </a:p>
          <a:p>
            <a:pPr lvl="1"/>
            <a:r>
              <a:rPr lang="en-US" dirty="0"/>
              <a:t>Plan some social activities to help project team members and other stakeholders get to know each other better </a:t>
            </a:r>
          </a:p>
          <a:p>
            <a:pPr lvl="1"/>
            <a:r>
              <a:rPr lang="en-US" dirty="0"/>
              <a:t>Stress team identity</a:t>
            </a:r>
          </a:p>
          <a:p>
            <a:pPr lvl="1"/>
            <a:r>
              <a:rPr lang="en-US" dirty="0"/>
              <a:t>Nurture team members and encourage them to help each other</a:t>
            </a:r>
          </a:p>
          <a:p>
            <a:pPr lvl="1"/>
            <a:r>
              <a:rPr lang="en-US" dirty="0"/>
              <a:t>Acknowledge individual and group accomplishments</a:t>
            </a:r>
          </a:p>
          <a:p>
            <a:pPr lvl="1"/>
            <a:r>
              <a:rPr lang="en-US" dirty="0"/>
              <a:t>Take additional actions to work with virtual team members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996466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3CE40-E826-4B35-A658-51168F20A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Controlling Resources</a:t>
            </a:r>
            <a:endParaRPr lang="en-N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DF1DF2-545B-46A8-9466-CE47A7EB980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Ensuring physical resources assigned to the project are available as planned</a:t>
            </a:r>
          </a:p>
          <a:p>
            <a:pPr lvl="1"/>
            <a:r>
              <a:rPr lang="en-US" dirty="0"/>
              <a:t>Also involves monitoring the planned versus actual resources utilization and taking corrective actions as needed</a:t>
            </a:r>
          </a:p>
          <a:p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24144161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Helia Core Medium"/>
        <a:ea typeface=""/>
        <a:cs typeface=""/>
      </a:majorFont>
      <a:minorFont>
        <a:latin typeface="Helia Core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ublishingExpirationDate xmlns="http://schemas.microsoft.com/sharepoint/v3" xsi:nil="true"/>
    <PublishingStartDate xmlns="http://schemas.microsoft.com/sharepoint/v3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DC9A5102B5B754D8551214860F4B512" ma:contentTypeVersion="1" ma:contentTypeDescription="Create a new document." ma:contentTypeScope="" ma:versionID="4d5bcd3236515693560183c71834b9ea">
  <xsd:schema xmlns:xsd="http://www.w3.org/2001/XMLSchema" xmlns:xs="http://www.w3.org/2001/XMLSchema" xmlns:p="http://schemas.microsoft.com/office/2006/metadata/properties" xmlns:ns1="http://schemas.microsoft.com/sharepoint/v3" targetNamespace="http://schemas.microsoft.com/office/2006/metadata/properties" ma:root="true" ma:fieldsID="6687c2d9dede78e24b8f92e044f97f8b" ns1:_="">
    <xsd:import namespace="http://schemas.microsoft.com/sharepoint/v3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Scheduling Start Date" ma:description="Scheduling Start Date is a site column created by the Publishing feature. It is used to specify the date and time on which this page will first appear to site visitors." ma:hidden="true" ma:internalName="PublishingStartDate">
      <xsd:simpleType>
        <xsd:restriction base="dms:Unknown"/>
      </xsd:simpleType>
    </xsd:element>
    <xsd:element name="PublishingExpirationDate" ma:index="9" nillable="true" ma:displayName="Scheduling End Date" ma:description="Scheduling End Date is a site column created by the Publishing feature. It is used to specify the date and time on which this page will no longer appear to site visitors." ma:hidden="true" ma:internalName="PublishingExpirationDat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47B4A22-418F-4834-9543-17CB4C005035}">
  <ds:schemaRefs>
    <ds:schemaRef ds:uri="http://schemas.microsoft.com/sharepoint/v3"/>
    <ds:schemaRef ds:uri="http://purl.org/dc/terms/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7B729C2A-8111-486E-BE4C-72E5BC6D9DB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437E481-44FE-4ABD-B795-DBD8244C6C7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18680</TotalTime>
  <Words>1943</Words>
  <Application>Microsoft Office PowerPoint</Application>
  <PresentationFormat>Widescreen</PresentationFormat>
  <Paragraphs>254</Paragraphs>
  <Slides>47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3" baseType="lpstr">
      <vt:lpstr>Helia Core Book</vt:lpstr>
      <vt:lpstr>Arial</vt:lpstr>
      <vt:lpstr>Calibri</vt:lpstr>
      <vt:lpstr>Century Gothic</vt:lpstr>
      <vt:lpstr>Palatino Linotype</vt:lpstr>
      <vt:lpstr>Office Theme</vt:lpstr>
      <vt:lpstr>COMP507 IT Project Management Resource Management</vt:lpstr>
      <vt:lpstr>Agenda</vt:lpstr>
      <vt:lpstr>The Importance of Resource Management</vt:lpstr>
      <vt:lpstr>The Global IT Workforce</vt:lpstr>
      <vt:lpstr>What is Project Resource Management? (1 of 2)</vt:lpstr>
      <vt:lpstr>Keys to Managing and Leading People</vt:lpstr>
      <vt:lpstr>Motivation Theories</vt:lpstr>
      <vt:lpstr>Maslow’s Hierarchy of Needs (1 of 2)</vt:lpstr>
      <vt:lpstr>Maslow’s Hierarchy of Needs (2 of 2)</vt:lpstr>
      <vt:lpstr>Herzberg’s Motivational-Hygiene Theory (1 of 2)</vt:lpstr>
      <vt:lpstr>Herzberg’s Motivational-Hygiene Theory (2 of 2)</vt:lpstr>
      <vt:lpstr>McClelland’s Acquired-Needs Theory</vt:lpstr>
      <vt:lpstr>McGregor’s Theory X and Y</vt:lpstr>
      <vt:lpstr>Influence and Power (1 of 3)</vt:lpstr>
      <vt:lpstr>Influence and Power (2 of 3)</vt:lpstr>
      <vt:lpstr>Influence and Power (3 of 3)</vt:lpstr>
      <vt:lpstr>Covey and Improving Effectiveness (1 of 2)</vt:lpstr>
      <vt:lpstr>Covey and Improving Effectiveness (2 of 2)</vt:lpstr>
      <vt:lpstr>Emotional Intelligence</vt:lpstr>
      <vt:lpstr>Developing the Resource Management Plan and Team Charter</vt:lpstr>
      <vt:lpstr>organizational charts</vt:lpstr>
      <vt:lpstr>Assignment workflow</vt:lpstr>
      <vt:lpstr>Responsibility assignment matrixes</vt:lpstr>
      <vt:lpstr>RACI (Responsibility, Accountability, Consultation, Informed) chart</vt:lpstr>
      <vt:lpstr>Resource histogram</vt:lpstr>
      <vt:lpstr>Estimating Activity Resources</vt:lpstr>
      <vt:lpstr>Resource Loading (1 of 2)</vt:lpstr>
      <vt:lpstr>Resource Loading (2 of 2)</vt:lpstr>
      <vt:lpstr>Resource Leveling (1 of 2)</vt:lpstr>
      <vt:lpstr>Resource Leveling (2 of 2)</vt:lpstr>
      <vt:lpstr>Load Balancing</vt:lpstr>
      <vt:lpstr>Example</vt:lpstr>
      <vt:lpstr>Greedy Algorithm</vt:lpstr>
      <vt:lpstr>Greedy algorithm analysis</vt:lpstr>
      <vt:lpstr>Greedy algorithm analysis</vt:lpstr>
      <vt:lpstr>Greedy algorithm analysis</vt:lpstr>
      <vt:lpstr>Developing the Project Team (1 of 2)</vt:lpstr>
      <vt:lpstr>Developing the Project Team (2 of 2)</vt:lpstr>
      <vt:lpstr>The Meyers-Briggs Type Indicator </vt:lpstr>
      <vt:lpstr>The Social Styles Profile</vt:lpstr>
      <vt:lpstr>Reward and Recognition Systems</vt:lpstr>
      <vt:lpstr>Tools and Techniques for Managing Project Teams (1 of 4) </vt:lpstr>
      <vt:lpstr>Tools and Techniques for Managing Project Teams (2 of 4)</vt:lpstr>
      <vt:lpstr>Tools and Techniques for Managing Project Teams (3 of 4)</vt:lpstr>
      <vt:lpstr>Tools and Techniques for Managing Project Teams (4 of 4)</vt:lpstr>
      <vt:lpstr>General Advice on Managing Teams</vt:lpstr>
      <vt:lpstr>Controlling Resources</vt:lpstr>
    </vt:vector>
  </TitlesOfParts>
  <Company>AUT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Text</dc:title>
  <dc:creator>stephen.thorpe@aut.ac.nz</dc:creator>
  <cp:lastModifiedBy>Jian Yu</cp:lastModifiedBy>
  <cp:revision>285</cp:revision>
  <dcterms:created xsi:type="dcterms:W3CDTF">2015-01-26T22:08:43Z</dcterms:created>
  <dcterms:modified xsi:type="dcterms:W3CDTF">2022-10-08T22:17:45Z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0x0101004DC9A5102B5B754D8551214860F4B512</vt:lpwstr>
  </property>
</Properties>
</file>