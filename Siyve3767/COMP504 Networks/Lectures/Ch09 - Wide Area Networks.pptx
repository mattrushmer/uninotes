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3976" r:id="rId10"/>
  </p:sldMasterIdLst>
  <p:notesMasterIdLst>
    <p:notesMasterId r:id="rId47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051" autoAdjust="0"/>
  </p:normalViewPr>
  <p:slideViewPr>
    <p:cSldViewPr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02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6254"/>
    </p:cViewPr>
  </p:sorterViewPr>
  <p:notesViewPr>
    <p:cSldViewPr>
      <p:cViewPr varScale="1">
        <p:scale>
          <a:sx n="134" d="100"/>
          <a:sy n="134" d="100"/>
        </p:scale>
        <p:origin x="3184" y="20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slide" Target="slides/slide3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ul Sarkar" userId="71db43f0-bfba-485f-96db-bcbe321ca22a" providerId="ADAL" clId="{5F8D4CC9-6DB4-49C6-8901-31FBF6B3FDA5}"/>
    <pc:docChg chg="undo custSel modSld modNotesMaster">
      <pc:chgData name="Nurul Sarkar" userId="71db43f0-bfba-485f-96db-bcbe321ca22a" providerId="ADAL" clId="{5F8D4CC9-6DB4-49C6-8901-31FBF6B3FDA5}" dt="2024-05-07T23:55:22.845" v="208" actId="207"/>
      <pc:docMkLst>
        <pc:docMk/>
      </pc:docMkLst>
      <pc:sldChg chg="modSp mod">
        <pc:chgData name="Nurul Sarkar" userId="71db43f0-bfba-485f-96db-bcbe321ca22a" providerId="ADAL" clId="{5F8D4CC9-6DB4-49C6-8901-31FBF6B3FDA5}" dt="2024-04-17T12:07:43.605" v="3" actId="207"/>
        <pc:sldMkLst>
          <pc:docMk/>
          <pc:sldMk cId="2607597976" sldId="257"/>
        </pc:sldMkLst>
        <pc:spChg chg="mod">
          <ac:chgData name="Nurul Sarkar" userId="71db43f0-bfba-485f-96db-bcbe321ca22a" providerId="ADAL" clId="{5F8D4CC9-6DB4-49C6-8901-31FBF6B3FDA5}" dt="2024-04-17T12:07:43.605" v="3" actId="207"/>
          <ac:spMkLst>
            <pc:docMk/>
            <pc:sldMk cId="2607597976" sldId="257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0:24.586" v="86" actId="20577"/>
        <pc:sldMkLst>
          <pc:docMk/>
          <pc:sldMk cId="1060189009" sldId="258"/>
        </pc:sldMkLst>
        <pc:spChg chg="mod">
          <ac:chgData name="Nurul Sarkar" userId="71db43f0-bfba-485f-96db-bcbe321ca22a" providerId="ADAL" clId="{5F8D4CC9-6DB4-49C6-8901-31FBF6B3FDA5}" dt="2024-04-21T00:24:59.943" v="45" actId="207"/>
          <ac:spMkLst>
            <pc:docMk/>
            <pc:sldMk cId="1060189009" sldId="258"/>
            <ac:spMk id="6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0:24.586" v="86" actId="20577"/>
          <ac:spMkLst>
            <pc:docMk/>
            <pc:sldMk cId="1060189009" sldId="258"/>
            <ac:spMk id="7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0:56.273" v="90" actId="207"/>
        <pc:sldMkLst>
          <pc:docMk/>
          <pc:sldMk cId="3143204385" sldId="259"/>
        </pc:sldMkLst>
        <pc:spChg chg="mod">
          <ac:chgData name="Nurul Sarkar" userId="71db43f0-bfba-485f-96db-bcbe321ca22a" providerId="ADAL" clId="{5F8D4CC9-6DB4-49C6-8901-31FBF6B3FDA5}" dt="2024-04-21T00:24:54.231" v="44" actId="207"/>
          <ac:spMkLst>
            <pc:docMk/>
            <pc:sldMk cId="3143204385" sldId="259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0:56.273" v="90" actId="207"/>
          <ac:spMkLst>
            <pc:docMk/>
            <pc:sldMk cId="3143204385" sldId="259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1:42.034" v="97" actId="207"/>
        <pc:sldMkLst>
          <pc:docMk/>
          <pc:sldMk cId="4183612364" sldId="260"/>
        </pc:sldMkLst>
        <pc:spChg chg="mod">
          <ac:chgData name="Nurul Sarkar" userId="71db43f0-bfba-485f-96db-bcbe321ca22a" providerId="ADAL" clId="{5F8D4CC9-6DB4-49C6-8901-31FBF6B3FDA5}" dt="2024-04-17T12:08:13.961" v="6" actId="207"/>
          <ac:spMkLst>
            <pc:docMk/>
            <pc:sldMk cId="4183612364" sldId="260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1:42.034" v="97" actId="207"/>
          <ac:spMkLst>
            <pc:docMk/>
            <pc:sldMk cId="4183612364" sldId="26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2:30.614" v="100" actId="207"/>
        <pc:sldMkLst>
          <pc:docMk/>
          <pc:sldMk cId="1515536096" sldId="261"/>
        </pc:sldMkLst>
        <pc:spChg chg="mod">
          <ac:chgData name="Nurul Sarkar" userId="71db43f0-bfba-485f-96db-bcbe321ca22a" providerId="ADAL" clId="{5F8D4CC9-6DB4-49C6-8901-31FBF6B3FDA5}" dt="2024-05-05T11:12:19.933" v="47" actId="207"/>
          <ac:spMkLst>
            <pc:docMk/>
            <pc:sldMk cId="1515536096" sldId="261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2:30.614" v="100" actId="207"/>
          <ac:spMkLst>
            <pc:docMk/>
            <pc:sldMk cId="1515536096" sldId="261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2:39.586" v="101" actId="14100"/>
        <pc:sldMkLst>
          <pc:docMk/>
          <pc:sldMk cId="784368142" sldId="262"/>
        </pc:sldMkLst>
        <pc:spChg chg="mod">
          <ac:chgData name="Nurul Sarkar" userId="71db43f0-bfba-485f-96db-bcbe321ca22a" providerId="ADAL" clId="{5F8D4CC9-6DB4-49C6-8901-31FBF6B3FDA5}" dt="2024-05-05T11:12:25.781" v="48" actId="207"/>
          <ac:spMkLst>
            <pc:docMk/>
            <pc:sldMk cId="784368142" sldId="262"/>
            <ac:spMk id="6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42:39.586" v="101" actId="14100"/>
          <ac:picMkLst>
            <pc:docMk/>
            <pc:sldMk cId="784368142" sldId="262"/>
            <ac:picMk id="9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7T23:43:23.416" v="110" actId="20577"/>
        <pc:sldMkLst>
          <pc:docMk/>
          <pc:sldMk cId="4169001504" sldId="263"/>
        </pc:sldMkLst>
        <pc:spChg chg="mod">
          <ac:chgData name="Nurul Sarkar" userId="71db43f0-bfba-485f-96db-bcbe321ca22a" providerId="ADAL" clId="{5F8D4CC9-6DB4-49C6-8901-31FBF6B3FDA5}" dt="2024-05-07T23:42:53.428" v="105" actId="1076"/>
          <ac:spMkLst>
            <pc:docMk/>
            <pc:sldMk cId="4169001504" sldId="263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3:23.416" v="110" actId="20577"/>
          <ac:spMkLst>
            <pc:docMk/>
            <pc:sldMk cId="4169001504" sldId="263"/>
            <ac:spMk id="3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42:46.496" v="103" actId="14100"/>
          <ac:picMkLst>
            <pc:docMk/>
            <pc:sldMk cId="4169001504" sldId="263"/>
            <ac:picMk id="7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7T23:44:11.235" v="118" actId="207"/>
        <pc:sldMkLst>
          <pc:docMk/>
          <pc:sldMk cId="805973847" sldId="264"/>
        </pc:sldMkLst>
        <pc:spChg chg="mod">
          <ac:chgData name="Nurul Sarkar" userId="71db43f0-bfba-485f-96db-bcbe321ca22a" providerId="ADAL" clId="{5F8D4CC9-6DB4-49C6-8901-31FBF6B3FDA5}" dt="2024-05-05T11:12:40.353" v="50" actId="207"/>
          <ac:spMkLst>
            <pc:docMk/>
            <pc:sldMk cId="805973847" sldId="264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4:11.235" v="118" actId="207"/>
          <ac:spMkLst>
            <pc:docMk/>
            <pc:sldMk cId="805973847" sldId="264"/>
            <ac:spMk id="3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43:40.096" v="113" actId="14100"/>
          <ac:picMkLst>
            <pc:docMk/>
            <pc:sldMk cId="805973847" sldId="264"/>
            <ac:picMk id="7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7T23:44:33.872" v="123" actId="20577"/>
        <pc:sldMkLst>
          <pc:docMk/>
          <pc:sldMk cId="3888256772" sldId="265"/>
        </pc:sldMkLst>
        <pc:spChg chg="mod">
          <ac:chgData name="Nurul Sarkar" userId="71db43f0-bfba-485f-96db-bcbe321ca22a" providerId="ADAL" clId="{5F8D4CC9-6DB4-49C6-8901-31FBF6B3FDA5}" dt="2024-04-17T12:09:01.748" v="11" actId="207"/>
          <ac:spMkLst>
            <pc:docMk/>
            <pc:sldMk cId="3888256772" sldId="265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4:33.872" v="123" actId="20577"/>
          <ac:spMkLst>
            <pc:docMk/>
            <pc:sldMk cId="3888256772" sldId="265"/>
            <ac:spMk id="3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44:22.913" v="121" actId="14100"/>
          <ac:picMkLst>
            <pc:docMk/>
            <pc:sldMk cId="3888256772" sldId="265"/>
            <ac:picMk id="9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4-17T12:09:21.873" v="15" actId="207"/>
        <pc:sldMkLst>
          <pc:docMk/>
          <pc:sldMk cId="3224937540" sldId="266"/>
        </pc:sldMkLst>
        <pc:spChg chg="mod">
          <ac:chgData name="Nurul Sarkar" userId="71db43f0-bfba-485f-96db-bcbe321ca22a" providerId="ADAL" clId="{5F8D4CC9-6DB4-49C6-8901-31FBF6B3FDA5}" dt="2024-04-17T12:09:21.873" v="15" actId="207"/>
          <ac:spMkLst>
            <pc:docMk/>
            <pc:sldMk cId="3224937540" sldId="266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4-17T12:10:07.708" v="21" actId="14100"/>
        <pc:sldMkLst>
          <pc:docMk/>
          <pc:sldMk cId="3960434518" sldId="267"/>
        </pc:sldMkLst>
        <pc:spChg chg="mod">
          <ac:chgData name="Nurul Sarkar" userId="71db43f0-bfba-485f-96db-bcbe321ca22a" providerId="ADAL" clId="{5F8D4CC9-6DB4-49C6-8901-31FBF6B3FDA5}" dt="2024-04-17T12:10:07.708" v="21" actId="14100"/>
          <ac:spMkLst>
            <pc:docMk/>
            <pc:sldMk cId="3960434518" sldId="267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5:22.558" v="126" actId="20577"/>
        <pc:sldMkLst>
          <pc:docMk/>
          <pc:sldMk cId="2884893133" sldId="268"/>
        </pc:sldMkLst>
        <pc:spChg chg="mod">
          <ac:chgData name="Nurul Sarkar" userId="71db43f0-bfba-485f-96db-bcbe321ca22a" providerId="ADAL" clId="{5F8D4CC9-6DB4-49C6-8901-31FBF6B3FDA5}" dt="2024-04-17T12:10:23.448" v="24" actId="14100"/>
          <ac:spMkLst>
            <pc:docMk/>
            <pc:sldMk cId="2884893133" sldId="268"/>
            <ac:spMk id="7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5:22.558" v="126" actId="20577"/>
          <ac:spMkLst>
            <pc:docMk/>
            <pc:sldMk cId="2884893133" sldId="268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6:16.403" v="134" actId="20577"/>
        <pc:sldMkLst>
          <pc:docMk/>
          <pc:sldMk cId="3371484246" sldId="269"/>
        </pc:sldMkLst>
        <pc:spChg chg="mod">
          <ac:chgData name="Nurul Sarkar" userId="71db43f0-bfba-485f-96db-bcbe321ca22a" providerId="ADAL" clId="{5F8D4CC9-6DB4-49C6-8901-31FBF6B3FDA5}" dt="2024-05-07T23:45:37.826" v="129" actId="1076"/>
          <ac:spMkLst>
            <pc:docMk/>
            <pc:sldMk cId="3371484246" sldId="269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6:16.403" v="134" actId="20577"/>
          <ac:spMkLst>
            <pc:docMk/>
            <pc:sldMk cId="3371484246" sldId="269"/>
            <ac:spMk id="6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45:30.575" v="127" actId="1076"/>
          <ac:picMkLst>
            <pc:docMk/>
            <pc:sldMk cId="3371484246" sldId="269"/>
            <ac:picMk id="8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7T23:46:48.870" v="139" actId="20577"/>
        <pc:sldMkLst>
          <pc:docMk/>
          <pc:sldMk cId="424045415" sldId="270"/>
        </pc:sldMkLst>
        <pc:spChg chg="mod">
          <ac:chgData name="Nurul Sarkar" userId="71db43f0-bfba-485f-96db-bcbe321ca22a" providerId="ADAL" clId="{5F8D4CC9-6DB4-49C6-8901-31FBF6B3FDA5}" dt="2024-05-05T11:12:58.161" v="52" actId="207"/>
          <ac:spMkLst>
            <pc:docMk/>
            <pc:sldMk cId="424045415" sldId="270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6:48.870" v="139" actId="20577"/>
          <ac:spMkLst>
            <pc:docMk/>
            <pc:sldMk cId="424045415" sldId="270"/>
            <ac:spMk id="6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7:24.318" v="144" actId="207"/>
        <pc:sldMkLst>
          <pc:docMk/>
          <pc:sldMk cId="3326520664" sldId="271"/>
        </pc:sldMkLst>
        <pc:spChg chg="mod">
          <ac:chgData name="Nurul Sarkar" userId="71db43f0-bfba-485f-96db-bcbe321ca22a" providerId="ADAL" clId="{5F8D4CC9-6DB4-49C6-8901-31FBF6B3FDA5}" dt="2024-05-05T11:13:07.986" v="53" actId="207"/>
          <ac:spMkLst>
            <pc:docMk/>
            <pc:sldMk cId="3326520664" sldId="271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7:24.318" v="144" actId="207"/>
          <ac:spMkLst>
            <pc:docMk/>
            <pc:sldMk cId="3326520664" sldId="271"/>
            <ac:spMk id="6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7:30.487" v="145" actId="207"/>
        <pc:sldMkLst>
          <pc:docMk/>
          <pc:sldMk cId="2409416517" sldId="272"/>
        </pc:sldMkLst>
        <pc:spChg chg="mod">
          <ac:chgData name="Nurul Sarkar" userId="71db43f0-bfba-485f-96db-bcbe321ca22a" providerId="ADAL" clId="{5F8D4CC9-6DB4-49C6-8901-31FBF6B3FDA5}" dt="2024-05-05T11:13:18.994" v="54" actId="207"/>
          <ac:spMkLst>
            <pc:docMk/>
            <pc:sldMk cId="2409416517" sldId="272"/>
            <ac:spMk id="7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7:30.487" v="145" actId="207"/>
          <ac:spMkLst>
            <pc:docMk/>
            <pc:sldMk cId="2409416517" sldId="272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7:50.488" v="149" actId="207"/>
        <pc:sldMkLst>
          <pc:docMk/>
          <pc:sldMk cId="4179094526" sldId="273"/>
        </pc:sldMkLst>
        <pc:spChg chg="mod">
          <ac:chgData name="Nurul Sarkar" userId="71db43f0-bfba-485f-96db-bcbe321ca22a" providerId="ADAL" clId="{5F8D4CC9-6DB4-49C6-8901-31FBF6B3FDA5}" dt="2024-05-05T11:13:31.075" v="55" actId="207"/>
          <ac:spMkLst>
            <pc:docMk/>
            <pc:sldMk cId="4179094526" sldId="273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7:50.488" v="149" actId="207"/>
          <ac:spMkLst>
            <pc:docMk/>
            <pc:sldMk cId="4179094526" sldId="273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8:42.222" v="153" actId="20577"/>
        <pc:sldMkLst>
          <pc:docMk/>
          <pc:sldMk cId="393641243" sldId="274"/>
        </pc:sldMkLst>
        <pc:spChg chg="mod">
          <ac:chgData name="Nurul Sarkar" userId="71db43f0-bfba-485f-96db-bcbe321ca22a" providerId="ADAL" clId="{5F8D4CC9-6DB4-49C6-8901-31FBF6B3FDA5}" dt="2024-05-05T11:13:35.847" v="56" actId="207"/>
          <ac:spMkLst>
            <pc:docMk/>
            <pc:sldMk cId="393641243" sldId="274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8:42.222" v="153" actId="20577"/>
          <ac:spMkLst>
            <pc:docMk/>
            <pc:sldMk cId="393641243" sldId="274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49:54.698" v="163" actId="1076"/>
        <pc:sldMkLst>
          <pc:docMk/>
          <pc:sldMk cId="1180735921" sldId="275"/>
        </pc:sldMkLst>
        <pc:spChg chg="mod">
          <ac:chgData name="Nurul Sarkar" userId="71db43f0-bfba-485f-96db-bcbe321ca22a" providerId="ADAL" clId="{5F8D4CC9-6DB4-49C6-8901-31FBF6B3FDA5}" dt="2024-05-07T23:48:49.479" v="154" actId="1076"/>
          <ac:spMkLst>
            <pc:docMk/>
            <pc:sldMk cId="1180735921" sldId="275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49:54.698" v="163" actId="1076"/>
          <ac:spMkLst>
            <pc:docMk/>
            <pc:sldMk cId="1180735921" sldId="275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50:37.765" v="169" actId="20577"/>
        <pc:sldMkLst>
          <pc:docMk/>
          <pc:sldMk cId="682936333" sldId="276"/>
        </pc:sldMkLst>
        <pc:spChg chg="mod">
          <ac:chgData name="Nurul Sarkar" userId="71db43f0-bfba-485f-96db-bcbe321ca22a" providerId="ADAL" clId="{5F8D4CC9-6DB4-49C6-8901-31FBF6B3FDA5}" dt="2024-05-05T11:13:48.943" v="58" actId="207"/>
          <ac:spMkLst>
            <pc:docMk/>
            <pc:sldMk cId="682936333" sldId="276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0:37.765" v="169" actId="20577"/>
          <ac:spMkLst>
            <pc:docMk/>
            <pc:sldMk cId="682936333" sldId="276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51:21.723" v="175" actId="207"/>
        <pc:sldMkLst>
          <pc:docMk/>
          <pc:sldMk cId="1948735478" sldId="277"/>
        </pc:sldMkLst>
        <pc:spChg chg="mod">
          <ac:chgData name="Nurul Sarkar" userId="71db43f0-bfba-485f-96db-bcbe321ca22a" providerId="ADAL" clId="{5F8D4CC9-6DB4-49C6-8901-31FBF6B3FDA5}" dt="2024-05-07T23:50:48.976" v="172" actId="1076"/>
          <ac:spMkLst>
            <pc:docMk/>
            <pc:sldMk cId="1948735478" sldId="277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1:21.723" v="175" actId="207"/>
          <ac:spMkLst>
            <pc:docMk/>
            <pc:sldMk cId="1948735478" sldId="277"/>
            <ac:spMk id="6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50:42.323" v="170" actId="14100"/>
          <ac:picMkLst>
            <pc:docMk/>
            <pc:sldMk cId="1948735478" sldId="277"/>
            <ac:picMk id="8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7T23:52:07.095" v="184" actId="207"/>
        <pc:sldMkLst>
          <pc:docMk/>
          <pc:sldMk cId="4218124327" sldId="278"/>
        </pc:sldMkLst>
        <pc:spChg chg="mod">
          <ac:chgData name="Nurul Sarkar" userId="71db43f0-bfba-485f-96db-bcbe321ca22a" providerId="ADAL" clId="{5F8D4CC9-6DB4-49C6-8901-31FBF6B3FDA5}" dt="2024-05-05T11:14:36.547" v="60" actId="207"/>
          <ac:spMkLst>
            <pc:docMk/>
            <pc:sldMk cId="4218124327" sldId="278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2:07.095" v="184" actId="207"/>
          <ac:spMkLst>
            <pc:docMk/>
            <pc:sldMk cId="4218124327" sldId="278"/>
            <ac:spMk id="3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51:34.588" v="178" actId="1076"/>
          <ac:picMkLst>
            <pc:docMk/>
            <pc:sldMk cId="4218124327" sldId="278"/>
            <ac:picMk id="7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7T23:52:58.392" v="192" actId="20577"/>
        <pc:sldMkLst>
          <pc:docMk/>
          <pc:sldMk cId="2207321834" sldId="279"/>
        </pc:sldMkLst>
        <pc:spChg chg="mod">
          <ac:chgData name="Nurul Sarkar" userId="71db43f0-bfba-485f-96db-bcbe321ca22a" providerId="ADAL" clId="{5F8D4CC9-6DB4-49C6-8901-31FBF6B3FDA5}" dt="2024-05-05T11:14:40.802" v="61" actId="207"/>
          <ac:spMkLst>
            <pc:docMk/>
            <pc:sldMk cId="2207321834" sldId="279"/>
            <ac:spMk id="7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2:58.392" v="192" actId="20577"/>
          <ac:spMkLst>
            <pc:docMk/>
            <pc:sldMk cId="2207321834" sldId="279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53:05.571" v="193" actId="1076"/>
        <pc:sldMkLst>
          <pc:docMk/>
          <pc:sldMk cId="3312483627" sldId="280"/>
        </pc:sldMkLst>
        <pc:spChg chg="mod">
          <ac:chgData name="Nurul Sarkar" userId="71db43f0-bfba-485f-96db-bcbe321ca22a" providerId="ADAL" clId="{5F8D4CC9-6DB4-49C6-8901-31FBF6B3FDA5}" dt="2024-05-05T11:14:48.429" v="62" actId="207"/>
          <ac:spMkLst>
            <pc:docMk/>
            <pc:sldMk cId="3312483627" sldId="280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3:05.571" v="193" actId="1076"/>
          <ac:spMkLst>
            <pc:docMk/>
            <pc:sldMk cId="3312483627" sldId="280"/>
            <ac:spMk id="6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53:30.187" v="197" actId="14100"/>
        <pc:sldMkLst>
          <pc:docMk/>
          <pc:sldMk cId="1511485320" sldId="281"/>
        </pc:sldMkLst>
        <pc:spChg chg="mod">
          <ac:chgData name="Nurul Sarkar" userId="71db43f0-bfba-485f-96db-bcbe321ca22a" providerId="ADAL" clId="{5F8D4CC9-6DB4-49C6-8901-31FBF6B3FDA5}" dt="2024-05-05T11:14:53.797" v="63" actId="207"/>
          <ac:spMkLst>
            <pc:docMk/>
            <pc:sldMk cId="1511485320" sldId="281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3:23.182" v="195" actId="20577"/>
          <ac:spMkLst>
            <pc:docMk/>
            <pc:sldMk cId="1511485320" sldId="281"/>
            <ac:spMk id="3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5-07T23:53:30.187" v="197" actId="14100"/>
          <ac:picMkLst>
            <pc:docMk/>
            <pc:sldMk cId="1511485320" sldId="281"/>
            <ac:picMk id="7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5T11:14:58.006" v="64" actId="207"/>
        <pc:sldMkLst>
          <pc:docMk/>
          <pc:sldMk cId="2130032361" sldId="282"/>
        </pc:sldMkLst>
        <pc:spChg chg="mod">
          <ac:chgData name="Nurul Sarkar" userId="71db43f0-bfba-485f-96db-bcbe321ca22a" providerId="ADAL" clId="{5F8D4CC9-6DB4-49C6-8901-31FBF6B3FDA5}" dt="2024-05-05T11:14:58.006" v="64" actId="207"/>
          <ac:spMkLst>
            <pc:docMk/>
            <pc:sldMk cId="2130032361" sldId="282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5T11:15:03.714" v="65" actId="207"/>
        <pc:sldMkLst>
          <pc:docMk/>
          <pc:sldMk cId="2574171839" sldId="283"/>
        </pc:sldMkLst>
        <pc:spChg chg="mod">
          <ac:chgData name="Nurul Sarkar" userId="71db43f0-bfba-485f-96db-bcbe321ca22a" providerId="ADAL" clId="{5F8D4CC9-6DB4-49C6-8901-31FBF6B3FDA5}" dt="2024-05-05T11:15:03.714" v="65" actId="207"/>
          <ac:spMkLst>
            <pc:docMk/>
            <pc:sldMk cId="2574171839" sldId="283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5T11:15:08.571" v="66" actId="207"/>
        <pc:sldMkLst>
          <pc:docMk/>
          <pc:sldMk cId="103599662" sldId="284"/>
        </pc:sldMkLst>
        <pc:spChg chg="mod">
          <ac:chgData name="Nurul Sarkar" userId="71db43f0-bfba-485f-96db-bcbe321ca22a" providerId="ADAL" clId="{5F8D4CC9-6DB4-49C6-8901-31FBF6B3FDA5}" dt="2024-05-05T11:15:08.571" v="66" actId="207"/>
          <ac:spMkLst>
            <pc:docMk/>
            <pc:sldMk cId="103599662" sldId="284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5T11:15:13.668" v="67" actId="207"/>
        <pc:sldMkLst>
          <pc:docMk/>
          <pc:sldMk cId="4215030972" sldId="285"/>
        </pc:sldMkLst>
        <pc:spChg chg="mod">
          <ac:chgData name="Nurul Sarkar" userId="71db43f0-bfba-485f-96db-bcbe321ca22a" providerId="ADAL" clId="{5F8D4CC9-6DB4-49C6-8901-31FBF6B3FDA5}" dt="2024-05-05T11:15:13.668" v="67" actId="207"/>
          <ac:spMkLst>
            <pc:docMk/>
            <pc:sldMk cId="4215030972" sldId="285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54:04.349" v="201" actId="207"/>
        <pc:sldMkLst>
          <pc:docMk/>
          <pc:sldMk cId="2361401433" sldId="286"/>
        </pc:sldMkLst>
        <pc:spChg chg="mod">
          <ac:chgData name="Nurul Sarkar" userId="71db43f0-bfba-485f-96db-bcbe321ca22a" providerId="ADAL" clId="{5F8D4CC9-6DB4-49C6-8901-31FBF6B3FDA5}" dt="2024-05-05T11:15:18.804" v="68" actId="207"/>
          <ac:spMkLst>
            <pc:docMk/>
            <pc:sldMk cId="2361401433" sldId="286"/>
            <ac:spMk id="7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4:04.349" v="201" actId="207"/>
          <ac:spMkLst>
            <pc:docMk/>
            <pc:sldMk cId="2361401433" sldId="286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4-17T12:11:32.056" v="29" actId="20577"/>
        <pc:sldMkLst>
          <pc:docMk/>
          <pc:sldMk cId="3774248888" sldId="287"/>
        </pc:sldMkLst>
        <pc:spChg chg="mod">
          <ac:chgData name="Nurul Sarkar" userId="71db43f0-bfba-485f-96db-bcbe321ca22a" providerId="ADAL" clId="{5F8D4CC9-6DB4-49C6-8901-31FBF6B3FDA5}" dt="2024-04-17T12:11:07.484" v="27" actId="207"/>
          <ac:spMkLst>
            <pc:docMk/>
            <pc:sldMk cId="3774248888" sldId="287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4-17T12:11:32.056" v="29" actId="20577"/>
          <ac:spMkLst>
            <pc:docMk/>
            <pc:sldMk cId="3774248888" sldId="287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7T23:54:49.727" v="205" actId="207"/>
        <pc:sldMkLst>
          <pc:docMk/>
          <pc:sldMk cId="554434591" sldId="288"/>
        </pc:sldMkLst>
        <pc:spChg chg="mod">
          <ac:chgData name="Nurul Sarkar" userId="71db43f0-bfba-485f-96db-bcbe321ca22a" providerId="ADAL" clId="{5F8D4CC9-6DB4-49C6-8901-31FBF6B3FDA5}" dt="2024-05-05T11:15:35.681" v="71" actId="207"/>
          <ac:spMkLst>
            <pc:docMk/>
            <pc:sldMk cId="554434591" sldId="288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4:49.727" v="205" actId="207"/>
          <ac:spMkLst>
            <pc:docMk/>
            <pc:sldMk cId="554434591" sldId="28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5-05T11:15:42.348" v="72" actId="207"/>
        <pc:sldMkLst>
          <pc:docMk/>
          <pc:sldMk cId="3262489546" sldId="289"/>
        </pc:sldMkLst>
        <pc:spChg chg="mod">
          <ac:chgData name="Nurul Sarkar" userId="71db43f0-bfba-485f-96db-bcbe321ca22a" providerId="ADAL" clId="{5F8D4CC9-6DB4-49C6-8901-31FBF6B3FDA5}" dt="2024-05-05T11:15:42.348" v="72" actId="207"/>
          <ac:spMkLst>
            <pc:docMk/>
            <pc:sldMk cId="3262489546" sldId="289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F8D4CC9-6DB4-49C6-8901-31FBF6B3FDA5}" dt="2024-04-17T12:12:26.768" v="40" actId="14100"/>
        <pc:sldMkLst>
          <pc:docMk/>
          <pc:sldMk cId="1086872904" sldId="290"/>
        </pc:sldMkLst>
        <pc:spChg chg="mod">
          <ac:chgData name="Nurul Sarkar" userId="71db43f0-bfba-485f-96db-bcbe321ca22a" providerId="ADAL" clId="{5F8D4CC9-6DB4-49C6-8901-31FBF6B3FDA5}" dt="2024-04-17T12:12:23.194" v="39" actId="207"/>
          <ac:spMkLst>
            <pc:docMk/>
            <pc:sldMk cId="1086872904" sldId="290"/>
            <ac:spMk id="7" creationId="{00000000-0000-0000-0000-000000000000}"/>
          </ac:spMkLst>
        </pc:spChg>
        <pc:picChg chg="mod">
          <ac:chgData name="Nurul Sarkar" userId="71db43f0-bfba-485f-96db-bcbe321ca22a" providerId="ADAL" clId="{5F8D4CC9-6DB4-49C6-8901-31FBF6B3FDA5}" dt="2024-04-17T12:12:26.768" v="40" actId="14100"/>
          <ac:picMkLst>
            <pc:docMk/>
            <pc:sldMk cId="1086872904" sldId="290"/>
            <ac:picMk id="9" creationId="{00000000-0000-0000-0000-000000000000}"/>
          </ac:picMkLst>
        </pc:picChg>
      </pc:sldChg>
      <pc:sldChg chg="modSp mod">
        <pc:chgData name="Nurul Sarkar" userId="71db43f0-bfba-485f-96db-bcbe321ca22a" providerId="ADAL" clId="{5F8D4CC9-6DB4-49C6-8901-31FBF6B3FDA5}" dt="2024-05-07T23:55:22.845" v="208" actId="207"/>
        <pc:sldMkLst>
          <pc:docMk/>
          <pc:sldMk cId="4235796397" sldId="291"/>
        </pc:sldMkLst>
        <pc:spChg chg="mod">
          <ac:chgData name="Nurul Sarkar" userId="71db43f0-bfba-485f-96db-bcbe321ca22a" providerId="ADAL" clId="{5F8D4CC9-6DB4-49C6-8901-31FBF6B3FDA5}" dt="2024-04-17T12:12:32.876" v="42" actId="207"/>
          <ac:spMkLst>
            <pc:docMk/>
            <pc:sldMk cId="4235796397" sldId="291"/>
            <ac:spMk id="2" creationId="{00000000-0000-0000-0000-000000000000}"/>
          </ac:spMkLst>
        </pc:spChg>
        <pc:spChg chg="mod">
          <ac:chgData name="Nurul Sarkar" userId="71db43f0-bfba-485f-96db-bcbe321ca22a" providerId="ADAL" clId="{5F8D4CC9-6DB4-49C6-8901-31FBF6B3FDA5}" dt="2024-05-07T23:55:22.845" v="208" actId="207"/>
          <ac:spMkLst>
            <pc:docMk/>
            <pc:sldMk cId="4235796397" sldId="291"/>
            <ac:spMk id="3" creationId="{00000000-0000-0000-0000-000000000000}"/>
          </ac:spMkLst>
        </pc:spChg>
      </pc:sldChg>
    </pc:docChg>
  </pc:docChgLst>
  <pc:docChgLst>
    <pc:chgData name="Howarth, Judy" userId="88019a05-5656-4d0d-a3d1-1931a654ed73" providerId="ADAL" clId="{8B50358A-E957-47EB-971B-8F54F380F7CE}"/>
    <pc:docChg chg="undo custSel delSld modSld">
      <pc:chgData name="Howarth, Judy" userId="88019a05-5656-4d0d-a3d1-1931a654ed73" providerId="ADAL" clId="{8B50358A-E957-47EB-971B-8F54F380F7CE}" dt="2020-03-10T16:05:15.247" v="221" actId="20577"/>
      <pc:docMkLst>
        <pc:docMk/>
      </pc:docMkLst>
      <pc:sldChg chg="modSp">
        <pc:chgData name="Howarth, Judy" userId="88019a05-5656-4d0d-a3d1-1931a654ed73" providerId="ADAL" clId="{8B50358A-E957-47EB-971B-8F54F380F7CE}" dt="2020-03-10T16:05:15.247" v="221" actId="20577"/>
        <pc:sldMkLst>
          <pc:docMk/>
          <pc:sldMk cId="1909659219" sldId="256"/>
        </pc:sldMkLst>
        <pc:spChg chg="mod">
          <ac:chgData name="Howarth, Judy" userId="88019a05-5656-4d0d-a3d1-1931a654ed73" providerId="ADAL" clId="{8B50358A-E957-47EB-971B-8F54F380F7CE}" dt="2020-03-10T15:50:05.044" v="16" actId="255"/>
          <ac:spMkLst>
            <pc:docMk/>
            <pc:sldMk cId="1909659219" sldId="256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0:08.252" v="22" actId="20577"/>
          <ac:spMkLst>
            <pc:docMk/>
            <pc:sldMk cId="1909659219" sldId="256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07.415" v="211" actId="20577"/>
          <ac:spMkLst>
            <pc:docMk/>
            <pc:sldMk cId="1909659219" sldId="256"/>
            <ac:spMk id="4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15.247" v="221" actId="20577"/>
          <ac:spMkLst>
            <pc:docMk/>
            <pc:sldMk cId="1909659219" sldId="256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5:04.247" v="66" actId="2696"/>
        <pc:sldMkLst>
          <pc:docMk/>
          <pc:sldMk cId="1499389318" sldId="257"/>
        </pc:sldMkLst>
      </pc:sldChg>
      <pc:sldChg chg="modSp">
        <pc:chgData name="Howarth, Judy" userId="88019a05-5656-4d0d-a3d1-1931a654ed73" providerId="ADAL" clId="{8B50358A-E957-47EB-971B-8F54F380F7CE}" dt="2020-03-10T15:57:20.209" v="94" actId="20577"/>
        <pc:sldMkLst>
          <pc:docMk/>
          <pc:sldMk cId="1663153728" sldId="258"/>
        </pc:sldMkLst>
        <pc:spChg chg="mod">
          <ac:chgData name="Howarth, Judy" userId="88019a05-5656-4d0d-a3d1-1931a654ed73" providerId="ADAL" clId="{8B50358A-E957-47EB-971B-8F54F380F7CE}" dt="2020-03-10T15:57:20.209" v="94" actId="20577"/>
          <ac:spMkLst>
            <pc:docMk/>
            <pc:sldMk cId="1663153728" sldId="258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7:07.250" v="87" actId="20577"/>
          <ac:spMkLst>
            <pc:docMk/>
            <pc:sldMk cId="1663153728" sldId="258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7:13.001" v="88" actId="2696"/>
        <pc:sldMkLst>
          <pc:docMk/>
          <pc:sldMk cId="1525907774" sldId="259"/>
        </pc:sldMkLst>
      </pc:sldChg>
      <pc:sldChg chg="del">
        <pc:chgData name="Howarth, Judy" userId="88019a05-5656-4d0d-a3d1-1931a654ed73" providerId="ADAL" clId="{8B50358A-E957-47EB-971B-8F54F380F7CE}" dt="2020-03-10T15:57:27.995" v="96" actId="2696"/>
        <pc:sldMkLst>
          <pc:docMk/>
          <pc:sldMk cId="135406596" sldId="260"/>
        </pc:sldMkLst>
      </pc:sldChg>
      <pc:sldChg chg="del">
        <pc:chgData name="Howarth, Judy" userId="88019a05-5656-4d0d-a3d1-1931a654ed73" providerId="ADAL" clId="{8B50358A-E957-47EB-971B-8F54F380F7CE}" dt="2020-03-10T15:57:26.676" v="95" actId="2696"/>
        <pc:sldMkLst>
          <pc:docMk/>
          <pc:sldMk cId="179564966" sldId="261"/>
        </pc:sldMkLst>
      </pc:sldChg>
      <pc:sldChg chg="del">
        <pc:chgData name="Howarth, Judy" userId="88019a05-5656-4d0d-a3d1-1931a654ed73" providerId="ADAL" clId="{8B50358A-E957-47EB-971B-8F54F380F7CE}" dt="2020-03-10T15:57:29.663" v="97" actId="2696"/>
        <pc:sldMkLst>
          <pc:docMk/>
          <pc:sldMk cId="261660464" sldId="262"/>
        </pc:sldMkLst>
      </pc:sldChg>
      <pc:sldChg chg="del">
        <pc:chgData name="Howarth, Judy" userId="88019a05-5656-4d0d-a3d1-1931a654ed73" providerId="ADAL" clId="{8B50358A-E957-47EB-971B-8F54F380F7CE}" dt="2020-03-10T15:57:33.246" v="98" actId="2696"/>
        <pc:sldMkLst>
          <pc:docMk/>
          <pc:sldMk cId="1035247850" sldId="263"/>
        </pc:sldMkLst>
      </pc:sldChg>
      <pc:sldChg chg="del">
        <pc:chgData name="Howarth, Judy" userId="88019a05-5656-4d0d-a3d1-1931a654ed73" providerId="ADAL" clId="{8B50358A-E957-47EB-971B-8F54F380F7CE}" dt="2020-03-10T15:57:34.001" v="99" actId="2696"/>
        <pc:sldMkLst>
          <pc:docMk/>
          <pc:sldMk cId="940919996" sldId="264"/>
        </pc:sldMkLst>
      </pc:sldChg>
      <pc:sldChg chg="del">
        <pc:chgData name="Howarth, Judy" userId="88019a05-5656-4d0d-a3d1-1931a654ed73" providerId="ADAL" clId="{8B50358A-E957-47EB-971B-8F54F380F7CE}" dt="2020-03-10T15:57:35.051" v="100" actId="2696"/>
        <pc:sldMkLst>
          <pc:docMk/>
          <pc:sldMk cId="928245765" sldId="265"/>
        </pc:sldMkLst>
      </pc:sldChg>
      <pc:sldChg chg="del">
        <pc:chgData name="Howarth, Judy" userId="88019a05-5656-4d0d-a3d1-1931a654ed73" providerId="ADAL" clId="{8B50358A-E957-47EB-971B-8F54F380F7CE}" dt="2020-03-10T15:57:36.075" v="101" actId="2696"/>
        <pc:sldMkLst>
          <pc:docMk/>
          <pc:sldMk cId="895276841" sldId="266"/>
        </pc:sldMkLst>
      </pc:sldChg>
      <pc:sldChg chg="del">
        <pc:chgData name="Howarth, Judy" userId="88019a05-5656-4d0d-a3d1-1931a654ed73" providerId="ADAL" clId="{8B50358A-E957-47EB-971B-8F54F380F7CE}" dt="2020-03-10T15:57:40.091" v="102" actId="2696"/>
        <pc:sldMkLst>
          <pc:docMk/>
          <pc:sldMk cId="687315263" sldId="267"/>
        </pc:sldMkLst>
      </pc:sldChg>
      <pc:sldChg chg="del">
        <pc:chgData name="Howarth, Judy" userId="88019a05-5656-4d0d-a3d1-1931a654ed73" providerId="ADAL" clId="{8B50358A-E957-47EB-971B-8F54F380F7CE}" dt="2020-03-10T15:57:41.194" v="103" actId="2696"/>
        <pc:sldMkLst>
          <pc:docMk/>
          <pc:sldMk cId="921995896" sldId="268"/>
        </pc:sldMkLst>
      </pc:sldChg>
      <pc:sldChg chg="del">
        <pc:chgData name="Howarth, Judy" userId="88019a05-5656-4d0d-a3d1-1931a654ed73" providerId="ADAL" clId="{8B50358A-E957-47EB-971B-8F54F380F7CE}" dt="2020-03-10T15:57:42.896" v="104" actId="2696"/>
        <pc:sldMkLst>
          <pc:docMk/>
          <pc:sldMk cId="399428975" sldId="269"/>
        </pc:sldMkLst>
      </pc:sldChg>
      <pc:sldChg chg="modSp">
        <pc:chgData name="Howarth, Judy" userId="88019a05-5656-4d0d-a3d1-1931a654ed73" providerId="ADAL" clId="{8B50358A-E957-47EB-971B-8F54F380F7CE}" dt="2020-03-10T15:58:11.702" v="122" actId="20577"/>
        <pc:sldMkLst>
          <pc:docMk/>
          <pc:sldMk cId="167070206" sldId="270"/>
        </pc:sldMkLst>
        <pc:spChg chg="mod">
          <ac:chgData name="Howarth, Judy" userId="88019a05-5656-4d0d-a3d1-1931a654ed73" providerId="ADAL" clId="{8B50358A-E957-47EB-971B-8F54F380F7CE}" dt="2020-03-10T15:57:54.831" v="108" actId="20577"/>
          <ac:spMkLst>
            <pc:docMk/>
            <pc:sldMk cId="167070206" sldId="270"/>
            <ac:spMk id="5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11.702" v="122" actId="20577"/>
          <ac:spMkLst>
            <pc:docMk/>
            <pc:sldMk cId="167070206" sldId="270"/>
            <ac:spMk id="13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43.454" v="138" actId="20577"/>
        <pc:sldMkLst>
          <pc:docMk/>
          <pc:sldMk cId="388267789" sldId="272"/>
        </pc:sldMkLst>
        <pc:spChg chg="mod">
          <ac:chgData name="Howarth, Judy" userId="88019a05-5656-4d0d-a3d1-1931a654ed73" providerId="ADAL" clId="{8B50358A-E957-47EB-971B-8F54F380F7CE}" dt="2020-03-10T15:58:43.454" v="138" actId="20577"/>
          <ac:spMkLst>
            <pc:docMk/>
            <pc:sldMk cId="388267789" sldId="272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0.798" v="142" actId="20577"/>
        <pc:sldMkLst>
          <pc:docMk/>
          <pc:sldMk cId="1024830255" sldId="273"/>
        </pc:sldMkLst>
        <pc:spChg chg="mod">
          <ac:chgData name="Howarth, Judy" userId="88019a05-5656-4d0d-a3d1-1931a654ed73" providerId="ADAL" clId="{8B50358A-E957-47EB-971B-8F54F380F7CE}" dt="2020-03-10T15:58:50.798" v="142" actId="20577"/>
          <ac:spMkLst>
            <pc:docMk/>
            <pc:sldMk cId="1024830255" sldId="273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9.585" v="146" actId="20577"/>
        <pc:sldMkLst>
          <pc:docMk/>
          <pc:sldMk cId="174170774" sldId="275"/>
        </pc:sldMkLst>
        <pc:spChg chg="mod">
          <ac:chgData name="Howarth, Judy" userId="88019a05-5656-4d0d-a3d1-1931a654ed73" providerId="ADAL" clId="{8B50358A-E957-47EB-971B-8F54F380F7CE}" dt="2020-03-10T15:58:59.585" v="146" actId="20577"/>
          <ac:spMkLst>
            <pc:docMk/>
            <pc:sldMk cId="174170774" sldId="275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0.418" v="162" actId="20577"/>
        <pc:sldMkLst>
          <pc:docMk/>
          <pc:sldMk cId="1510030601" sldId="277"/>
        </pc:sldMkLst>
        <pc:spChg chg="mod">
          <ac:chgData name="Howarth, Judy" userId="88019a05-5656-4d0d-a3d1-1931a654ed73" providerId="ADAL" clId="{8B50358A-E957-47EB-971B-8F54F380F7CE}" dt="2020-03-10T15:59:30.418" v="162" actId="20577"/>
          <ac:spMkLst>
            <pc:docMk/>
            <pc:sldMk cId="1510030601" sldId="277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41.304" v="170" actId="20577"/>
        <pc:sldMkLst>
          <pc:docMk/>
          <pc:sldMk cId="1952765383" sldId="278"/>
        </pc:sldMkLst>
        <pc:spChg chg="mod">
          <ac:chgData name="Howarth, Judy" userId="88019a05-5656-4d0d-a3d1-1931a654ed73" providerId="ADAL" clId="{8B50358A-E957-47EB-971B-8F54F380F7CE}" dt="2020-03-10T15:59:41.304" v="170" actId="20577"/>
          <ac:spMkLst>
            <pc:docMk/>
            <pc:sldMk cId="1952765383" sldId="27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53.011" v="174" actId="2696"/>
        <pc:sldMkLst>
          <pc:docMk/>
          <pc:sldMk cId="1066368906" sldId="279"/>
        </pc:sldMkLst>
      </pc:sldChg>
      <pc:sldChg chg="del">
        <pc:chgData name="Howarth, Judy" userId="88019a05-5656-4d0d-a3d1-1931a654ed73" providerId="ADAL" clId="{8B50358A-E957-47EB-971B-8F54F380F7CE}" dt="2020-03-10T15:59:53.884" v="175" actId="2696"/>
        <pc:sldMkLst>
          <pc:docMk/>
          <pc:sldMk cId="1718291601" sldId="280"/>
        </pc:sldMkLst>
      </pc:sldChg>
      <pc:sldChg chg="del">
        <pc:chgData name="Howarth, Judy" userId="88019a05-5656-4d0d-a3d1-1931a654ed73" providerId="ADAL" clId="{8B50358A-E957-47EB-971B-8F54F380F7CE}" dt="2020-03-10T15:59:55.856" v="176" actId="2696"/>
        <pc:sldMkLst>
          <pc:docMk/>
          <pc:sldMk cId="687604427" sldId="281"/>
        </pc:sldMkLst>
      </pc:sldChg>
      <pc:sldChg chg="del">
        <pc:chgData name="Howarth, Judy" userId="88019a05-5656-4d0d-a3d1-1931a654ed73" providerId="ADAL" clId="{8B50358A-E957-47EB-971B-8F54F380F7CE}" dt="2020-03-10T15:59:57.526" v="177" actId="2696"/>
        <pc:sldMkLst>
          <pc:docMk/>
          <pc:sldMk cId="586848863" sldId="282"/>
        </pc:sldMkLst>
      </pc:sldChg>
      <pc:sldChg chg="modSp">
        <pc:chgData name="Howarth, Judy" userId="88019a05-5656-4d0d-a3d1-1931a654ed73" providerId="ADAL" clId="{8B50358A-E957-47EB-971B-8F54F380F7CE}" dt="2020-03-10T16:00:03.758" v="181" actId="20577"/>
        <pc:sldMkLst>
          <pc:docMk/>
          <pc:sldMk cId="365690021" sldId="283"/>
        </pc:sldMkLst>
        <pc:spChg chg="mod">
          <ac:chgData name="Howarth, Judy" userId="88019a05-5656-4d0d-a3d1-1931a654ed73" providerId="ADAL" clId="{8B50358A-E957-47EB-971B-8F54F380F7CE}" dt="2020-03-10T16:00:03.758" v="181" actId="20577"/>
          <ac:spMkLst>
            <pc:docMk/>
            <pc:sldMk cId="365690021" sldId="283"/>
            <ac:spMk id="4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06.318" v="182" actId="2696"/>
        <pc:sldMkLst>
          <pc:docMk/>
          <pc:sldMk cId="1538439825" sldId="284"/>
        </pc:sldMkLst>
      </pc:sldChg>
      <pc:sldChg chg="del">
        <pc:chgData name="Howarth, Judy" userId="88019a05-5656-4d0d-a3d1-1931a654ed73" providerId="ADAL" clId="{8B50358A-E957-47EB-971B-8F54F380F7CE}" dt="2020-03-10T16:00:08.927" v="183" actId="2696"/>
        <pc:sldMkLst>
          <pc:docMk/>
          <pc:sldMk cId="696315825" sldId="285"/>
        </pc:sldMkLst>
      </pc:sldChg>
      <pc:sldChg chg="del">
        <pc:chgData name="Howarth, Judy" userId="88019a05-5656-4d0d-a3d1-1931a654ed73" providerId="ADAL" clId="{8B50358A-E957-47EB-971B-8F54F380F7CE}" dt="2020-03-10T16:00:10.349" v="184" actId="2696"/>
        <pc:sldMkLst>
          <pc:docMk/>
          <pc:sldMk cId="1811979975" sldId="286"/>
        </pc:sldMkLst>
      </pc:sldChg>
      <pc:sldChg chg="del">
        <pc:chgData name="Howarth, Judy" userId="88019a05-5656-4d0d-a3d1-1931a654ed73" providerId="ADAL" clId="{8B50358A-E957-47EB-971B-8F54F380F7CE}" dt="2020-03-10T16:00:14.200" v="185" actId="2696"/>
        <pc:sldMkLst>
          <pc:docMk/>
          <pc:sldMk cId="509745404" sldId="287"/>
        </pc:sldMkLst>
      </pc:sldChg>
      <pc:sldChg chg="del">
        <pc:chgData name="Howarth, Judy" userId="88019a05-5656-4d0d-a3d1-1931a654ed73" providerId="ADAL" clId="{8B50358A-E957-47EB-971B-8F54F380F7CE}" dt="2020-03-10T16:00:52.112" v="201" actId="2696"/>
        <pc:sldMkLst>
          <pc:docMk/>
          <pc:sldMk cId="217440387" sldId="288"/>
        </pc:sldMkLst>
      </pc:sldChg>
      <pc:sldChg chg="del">
        <pc:chgData name="Howarth, Judy" userId="88019a05-5656-4d0d-a3d1-1931a654ed73" providerId="ADAL" clId="{8B50358A-E957-47EB-971B-8F54F380F7CE}" dt="2020-03-10T16:00:19.184" v="186" actId="2696"/>
        <pc:sldMkLst>
          <pc:docMk/>
          <pc:sldMk cId="1885132688" sldId="289"/>
        </pc:sldMkLst>
      </pc:sldChg>
      <pc:sldChg chg="modSp">
        <pc:chgData name="Howarth, Judy" userId="88019a05-5656-4d0d-a3d1-1931a654ed73" providerId="ADAL" clId="{8B50358A-E957-47EB-971B-8F54F380F7CE}" dt="2020-03-10T16:00:23.668" v="190" actId="20577"/>
        <pc:sldMkLst>
          <pc:docMk/>
          <pc:sldMk cId="998461558" sldId="290"/>
        </pc:sldMkLst>
        <pc:spChg chg="mod">
          <ac:chgData name="Howarth, Judy" userId="88019a05-5656-4d0d-a3d1-1931a654ed73" providerId="ADAL" clId="{8B50358A-E957-47EB-971B-8F54F380F7CE}" dt="2020-03-10T16:00:23.668" v="190" actId="20577"/>
          <ac:spMkLst>
            <pc:docMk/>
            <pc:sldMk cId="998461558" sldId="290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6:00:31.974" v="194" actId="20577"/>
        <pc:sldMkLst>
          <pc:docMk/>
          <pc:sldMk cId="720469146" sldId="291"/>
        </pc:sldMkLst>
        <pc:spChg chg="mod">
          <ac:chgData name="Howarth, Judy" userId="88019a05-5656-4d0d-a3d1-1931a654ed73" providerId="ADAL" clId="{8B50358A-E957-47EB-971B-8F54F380F7CE}" dt="2020-03-10T16:00:31.974" v="194" actId="20577"/>
          <ac:spMkLst>
            <pc:docMk/>
            <pc:sldMk cId="720469146" sldId="291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36.643" v="195" actId="2696"/>
        <pc:sldMkLst>
          <pc:docMk/>
          <pc:sldMk cId="139548211" sldId="292"/>
        </pc:sldMkLst>
      </pc:sldChg>
      <pc:sldChg chg="del">
        <pc:chgData name="Howarth, Judy" userId="88019a05-5656-4d0d-a3d1-1931a654ed73" providerId="ADAL" clId="{8B50358A-E957-47EB-971B-8F54F380F7CE}" dt="2020-03-10T16:00:37.946" v="196" actId="2696"/>
        <pc:sldMkLst>
          <pc:docMk/>
          <pc:sldMk cId="342244477" sldId="293"/>
        </pc:sldMkLst>
      </pc:sldChg>
      <pc:sldChg chg="del">
        <pc:chgData name="Howarth, Judy" userId="88019a05-5656-4d0d-a3d1-1931a654ed73" providerId="ADAL" clId="{8B50358A-E957-47EB-971B-8F54F380F7CE}" dt="2020-03-10T16:00:39.091" v="197" actId="2696"/>
        <pc:sldMkLst>
          <pc:docMk/>
          <pc:sldMk cId="1300580792" sldId="294"/>
        </pc:sldMkLst>
      </pc:sldChg>
      <pc:sldChg chg="del">
        <pc:chgData name="Howarth, Judy" userId="88019a05-5656-4d0d-a3d1-1931a654ed73" providerId="ADAL" clId="{8B50358A-E957-47EB-971B-8F54F380F7CE}" dt="2020-03-10T16:00:40.312" v="198" actId="2696"/>
        <pc:sldMkLst>
          <pc:docMk/>
          <pc:sldMk cId="937452732" sldId="295"/>
        </pc:sldMkLst>
      </pc:sldChg>
      <pc:sldChg chg="del">
        <pc:chgData name="Howarth, Judy" userId="88019a05-5656-4d0d-a3d1-1931a654ed73" providerId="ADAL" clId="{8B50358A-E957-47EB-971B-8F54F380F7CE}" dt="2020-03-10T16:00:41.577" v="199" actId="2696"/>
        <pc:sldMkLst>
          <pc:docMk/>
          <pc:sldMk cId="1954988893" sldId="296"/>
        </pc:sldMkLst>
      </pc:sldChg>
      <pc:sldChg chg="modSp del">
        <pc:chgData name="Howarth, Judy" userId="88019a05-5656-4d0d-a3d1-1931a654ed73" providerId="ADAL" clId="{8B50358A-E957-47EB-971B-8F54F380F7CE}" dt="2020-03-10T16:00:42.437" v="200" actId="2696"/>
        <pc:sldMkLst>
          <pc:docMk/>
          <pc:sldMk cId="1546931097" sldId="297"/>
        </pc:sldMkLst>
        <pc:spChg chg="mod">
          <ac:chgData name="Howarth, Judy" userId="88019a05-5656-4d0d-a3d1-1931a654ed73" providerId="ADAL" clId="{8B50358A-E957-47EB-971B-8F54F380F7CE}" dt="2020-03-10T15:56:50.586" v="83" actId="20577"/>
          <ac:spMkLst>
            <pc:docMk/>
            <pc:sldMk cId="1546931097" sldId="297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6:32.762" v="78" actId="20577"/>
        <pc:sldMkLst>
          <pc:docMk/>
          <pc:sldMk cId="33643281" sldId="298"/>
        </pc:sldMkLst>
        <pc:spChg chg="mod">
          <ac:chgData name="Howarth, Judy" userId="88019a05-5656-4d0d-a3d1-1931a654ed73" providerId="ADAL" clId="{8B50358A-E957-47EB-971B-8F54F380F7CE}" dt="2020-03-10T15:56:28.579" v="74" actId="20577"/>
          <ac:spMkLst>
            <pc:docMk/>
            <pc:sldMk cId="33643281" sldId="298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6:32.762" v="78" actId="20577"/>
          <ac:spMkLst>
            <pc:docMk/>
            <pc:sldMk cId="33643281" sldId="298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27.179" v="134" actId="20577"/>
        <pc:sldMkLst>
          <pc:docMk/>
          <pc:sldMk cId="2088891144" sldId="299"/>
        </pc:sldMkLst>
        <pc:spChg chg="mod">
          <ac:chgData name="Howarth, Judy" userId="88019a05-5656-4d0d-a3d1-1931a654ed73" providerId="ADAL" clId="{8B50358A-E957-47EB-971B-8F54F380F7CE}" dt="2020-03-10T15:58:23.260" v="130" actId="20577"/>
          <ac:spMkLst>
            <pc:docMk/>
            <pc:sldMk cId="2088891144" sldId="299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27.179" v="134" actId="20577"/>
          <ac:spMkLst>
            <pc:docMk/>
            <pc:sldMk cId="2088891144" sldId="299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7.234" v="166" actId="20577"/>
        <pc:sldMkLst>
          <pc:docMk/>
          <pc:sldMk cId="1003484616" sldId="300"/>
        </pc:sldMkLst>
        <pc:spChg chg="mod">
          <ac:chgData name="Howarth, Judy" userId="88019a05-5656-4d0d-a3d1-1931a654ed73" providerId="ADAL" clId="{8B50358A-E957-47EB-971B-8F54F380F7CE}" dt="2020-03-10T15:59:37.234" v="166" actId="20577"/>
          <ac:spMkLst>
            <pc:docMk/>
            <pc:sldMk cId="1003484616" sldId="300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46.913" v="171" actId="2696"/>
        <pc:sldMkLst>
          <pc:docMk/>
          <pc:sldMk cId="318031246" sldId="302"/>
        </pc:sldMkLst>
      </pc:sldChg>
      <pc:sldChg chg="del">
        <pc:chgData name="Howarth, Judy" userId="88019a05-5656-4d0d-a3d1-1931a654ed73" providerId="ADAL" clId="{8B50358A-E957-47EB-971B-8F54F380F7CE}" dt="2020-03-10T15:59:48.394" v="172" actId="2696"/>
        <pc:sldMkLst>
          <pc:docMk/>
          <pc:sldMk cId="453555804" sldId="303"/>
        </pc:sldMkLst>
      </pc:sldChg>
      <pc:sldChg chg="modSp">
        <pc:chgData name="Howarth, Judy" userId="88019a05-5656-4d0d-a3d1-1931a654ed73" providerId="ADAL" clId="{8B50358A-E957-47EB-971B-8F54F380F7CE}" dt="2020-03-10T15:59:04.457" v="150" actId="20577"/>
        <pc:sldMkLst>
          <pc:docMk/>
          <pc:sldMk cId="1478488146" sldId="304"/>
        </pc:sldMkLst>
        <pc:spChg chg="mod">
          <ac:chgData name="Howarth, Judy" userId="88019a05-5656-4d0d-a3d1-1931a654ed73" providerId="ADAL" clId="{8B50358A-E957-47EB-971B-8F54F380F7CE}" dt="2020-03-10T15:59:04.457" v="150" actId="20577"/>
          <ac:spMkLst>
            <pc:docMk/>
            <pc:sldMk cId="1478488146" sldId="304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19.505" v="154" actId="20577"/>
        <pc:sldMkLst>
          <pc:docMk/>
          <pc:sldMk cId="130651525" sldId="307"/>
        </pc:sldMkLst>
        <pc:spChg chg="mod">
          <ac:chgData name="Howarth, Judy" userId="88019a05-5656-4d0d-a3d1-1931a654ed73" providerId="ADAL" clId="{8B50358A-E957-47EB-971B-8F54F380F7CE}" dt="2020-03-10T15:59:19.505" v="154" actId="20577"/>
          <ac:spMkLst>
            <pc:docMk/>
            <pc:sldMk cId="130651525" sldId="307"/>
            <ac:spMk id="4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24.609" v="158" actId="20577"/>
        <pc:sldMkLst>
          <pc:docMk/>
          <pc:sldMk cId="1380611736" sldId="308"/>
        </pc:sldMkLst>
        <pc:spChg chg="mod">
          <ac:chgData name="Howarth, Judy" userId="88019a05-5656-4d0d-a3d1-1931a654ed73" providerId="ADAL" clId="{8B50358A-E957-47EB-971B-8F54F380F7CE}" dt="2020-03-10T15:59:24.609" v="158" actId="20577"/>
          <ac:spMkLst>
            <pc:docMk/>
            <pc:sldMk cId="1380611736" sldId="30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6:43.844" v="79" actId="2696"/>
        <pc:sldMkLst>
          <pc:docMk/>
          <pc:sldMk cId="681192042" sldId="309"/>
        </pc:sldMkLst>
      </pc:sldChg>
      <pc:sldChg chg="del">
        <pc:chgData name="Howarth, Judy" userId="88019a05-5656-4d0d-a3d1-1931a654ed73" providerId="ADAL" clId="{8B50358A-E957-47EB-971B-8F54F380F7CE}" dt="2020-03-10T15:59:49.554" v="173" actId="2696"/>
        <pc:sldMkLst>
          <pc:docMk/>
          <pc:sldMk cId="820579147" sldId="310"/>
        </pc:sldMkLst>
      </pc:sldChg>
      <pc:sldChg chg="modSp">
        <pc:chgData name="Howarth, Judy" userId="88019a05-5656-4d0d-a3d1-1931a654ed73" providerId="ADAL" clId="{8B50358A-E957-47EB-971B-8F54F380F7CE}" dt="2020-03-10T15:58:00.728" v="112" actId="20577"/>
        <pc:sldMkLst>
          <pc:docMk/>
          <pc:sldMk cId="1094474590" sldId="311"/>
        </pc:sldMkLst>
        <pc:spChg chg="mod">
          <ac:chgData name="Howarth, Judy" userId="88019a05-5656-4d0d-a3d1-1931a654ed73" providerId="ADAL" clId="{8B50358A-E957-47EB-971B-8F54F380F7CE}" dt="2020-03-10T15:58:00.728" v="112" actId="20577"/>
          <ac:spMkLst>
            <pc:docMk/>
            <pc:sldMk cId="1094474590" sldId="311"/>
            <ac:spMk id="5" creationId="{00000000-0000-0000-0000-000000000000}"/>
          </ac:spMkLst>
        </pc:spChg>
      </pc:sldChg>
    </pc:docChg>
  </pc:docChgLst>
  <pc:docChgLst>
    <pc:chgData name="Nurul Sarkar" userId="71db43f0-bfba-485f-96db-bcbe321ca22a" providerId="ADAL" clId="{EC7BD62D-F632-4AEF-85EA-7FDFAA9F2CD7}"/>
    <pc:docChg chg="modSld">
      <pc:chgData name="Nurul Sarkar" userId="71db43f0-bfba-485f-96db-bcbe321ca22a" providerId="ADAL" clId="{EC7BD62D-F632-4AEF-85EA-7FDFAA9F2CD7}" dt="2024-09-20T04:13:48.234" v="125" actId="14100"/>
      <pc:docMkLst>
        <pc:docMk/>
      </pc:docMkLst>
      <pc:sldChg chg="modSp mod">
        <pc:chgData name="Nurul Sarkar" userId="71db43f0-bfba-485f-96db-bcbe321ca22a" providerId="ADAL" clId="{EC7BD62D-F632-4AEF-85EA-7FDFAA9F2CD7}" dt="2024-09-20T04:10:31.234" v="101" actId="20577"/>
        <pc:sldMkLst>
          <pc:docMk/>
          <pc:sldMk cId="2607597976" sldId="257"/>
        </pc:sldMkLst>
        <pc:spChg chg="mod">
          <ac:chgData name="Nurul Sarkar" userId="71db43f0-bfba-485f-96db-bcbe321ca22a" providerId="ADAL" clId="{EC7BD62D-F632-4AEF-85EA-7FDFAA9F2CD7}" dt="2024-09-20T04:10:31.234" v="101" actId="20577"/>
          <ac:spMkLst>
            <pc:docMk/>
            <pc:sldMk cId="2607597976" sldId="257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EC7BD62D-F632-4AEF-85EA-7FDFAA9F2CD7}" dt="2024-09-20T04:13:48.234" v="125" actId="14100"/>
        <pc:sldMkLst>
          <pc:docMk/>
          <pc:sldMk cId="3960434518" sldId="267"/>
        </pc:sldMkLst>
        <pc:picChg chg="mod">
          <ac:chgData name="Nurul Sarkar" userId="71db43f0-bfba-485f-96db-bcbe321ca22a" providerId="ADAL" clId="{EC7BD62D-F632-4AEF-85EA-7FDFAA9F2CD7}" dt="2024-09-20T04:10:58.193" v="105" actId="14100"/>
          <ac:picMkLst>
            <pc:docMk/>
            <pc:sldMk cId="3960434518" sldId="267"/>
            <ac:picMk id="7" creationId="{00000000-0000-0000-0000-000000000000}"/>
          </ac:picMkLst>
        </pc:picChg>
        <pc:picChg chg="mod">
          <ac:chgData name="Nurul Sarkar" userId="71db43f0-bfba-485f-96db-bcbe321ca22a" providerId="ADAL" clId="{EC7BD62D-F632-4AEF-85EA-7FDFAA9F2CD7}" dt="2024-09-20T04:13:48.234" v="125" actId="14100"/>
          <ac:picMkLst>
            <pc:docMk/>
            <pc:sldMk cId="3960434518" sldId="267"/>
            <ac:picMk id="8" creationId="{00000000-0000-0000-0000-000000000000}"/>
          </ac:picMkLst>
        </pc:picChg>
      </pc:sldChg>
      <pc:sldChg chg="modSp mod">
        <pc:chgData name="Nurul Sarkar" userId="71db43f0-bfba-485f-96db-bcbe321ca22a" providerId="ADAL" clId="{EC7BD62D-F632-4AEF-85EA-7FDFAA9F2CD7}" dt="2024-09-20T04:11:54.584" v="109" actId="20577"/>
        <pc:sldMkLst>
          <pc:docMk/>
          <pc:sldMk cId="2361401433" sldId="286"/>
        </pc:sldMkLst>
        <pc:spChg chg="mod">
          <ac:chgData name="Nurul Sarkar" userId="71db43f0-bfba-485f-96db-bcbe321ca22a" providerId="ADAL" clId="{EC7BD62D-F632-4AEF-85EA-7FDFAA9F2CD7}" dt="2024-09-20T04:11:54.584" v="109" actId="20577"/>
          <ac:spMkLst>
            <pc:docMk/>
            <pc:sldMk cId="2361401433" sldId="286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EC7BD62D-F632-4AEF-85EA-7FDFAA9F2CD7}" dt="2024-09-20T04:13:11.427" v="124" actId="1076"/>
        <pc:sldMkLst>
          <pc:docMk/>
          <pc:sldMk cId="3262489546" sldId="289"/>
        </pc:sldMkLst>
        <pc:spChg chg="mod">
          <ac:chgData name="Nurul Sarkar" userId="71db43f0-bfba-485f-96db-bcbe321ca22a" providerId="ADAL" clId="{EC7BD62D-F632-4AEF-85EA-7FDFAA9F2CD7}" dt="2024-09-20T04:12:18.415" v="114" actId="1076"/>
          <ac:spMkLst>
            <pc:docMk/>
            <pc:sldMk cId="3262489546" sldId="289"/>
            <ac:spMk id="2" creationId="{00000000-0000-0000-0000-000000000000}"/>
          </ac:spMkLst>
        </pc:spChg>
        <pc:picChg chg="mod">
          <ac:chgData name="Nurul Sarkar" userId="71db43f0-bfba-485f-96db-bcbe321ca22a" providerId="ADAL" clId="{EC7BD62D-F632-4AEF-85EA-7FDFAA9F2CD7}" dt="2024-09-20T04:13:11.427" v="124" actId="1076"/>
          <ac:picMkLst>
            <pc:docMk/>
            <pc:sldMk cId="3262489546" sldId="289"/>
            <ac:picMk id="9" creationId="{00000000-0000-0000-0000-000000000000}"/>
          </ac:picMkLst>
        </pc:picChg>
        <pc:picChg chg="mod">
          <ac:chgData name="Nurul Sarkar" userId="71db43f0-bfba-485f-96db-bcbe321ca22a" providerId="ADAL" clId="{EC7BD62D-F632-4AEF-85EA-7FDFAA9F2CD7}" dt="2024-09-20T04:13:03.813" v="123" actId="1076"/>
          <ac:picMkLst>
            <pc:docMk/>
            <pc:sldMk cId="3262489546" sldId="289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6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Book Title</a:t>
            </a:r>
          </a:p>
        </p:txBody>
      </p:sp>
      <p:sp>
        <p:nvSpPr>
          <p:cNvPr id="2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1752600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Edition</a:t>
            </a:r>
          </a:p>
        </p:txBody>
      </p:sp>
      <p:sp>
        <p:nvSpPr>
          <p:cNvPr id="27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2362200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7620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5240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900" b="1" i="0" dirty="0">
                <a:latin typeface="Source Sans Pro" charset="0"/>
                <a:ea typeface="Source Sans Pro" charset="0"/>
                <a:cs typeface="Source Sans Pro" charset="0"/>
              </a:rPr>
              <a:t>Third Edition</a:t>
            </a:r>
            <a:endParaRPr lang="en-US" dirty="0"/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b="0" i="0" dirty="0">
                <a:latin typeface="Source Sans Pro" charset="0"/>
                <a:ea typeface="Source Sans Pro" charset="0"/>
                <a:cs typeface="Source Sans Pro" charset="0"/>
              </a:rPr>
              <a:t>David Klein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699" y="777241"/>
            <a:ext cx="11391901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This Is a Sample Outline for Two-Column (2 Boxes) and Double-numbered</a:t>
            </a:r>
          </a:p>
          <a:p>
            <a:pPr lvl="0"/>
            <a:r>
              <a:rPr lang="en-US" dirty="0"/>
              <a:t>It is Two-column 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6356349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/>
            </a:lvl1pPr>
            <a:lvl2pPr marL="457200" indent="-446088">
              <a:spcBef>
                <a:spcPts val="2000"/>
              </a:spcBef>
              <a:buFont typeface="+mj-lt"/>
              <a:buNone/>
              <a:tabLst/>
              <a:defRPr sz="2800">
                <a:solidFill>
                  <a:schemeClr val="accent2"/>
                </a:solidFill>
              </a:defRPr>
            </a:lvl2pPr>
            <a:lvl3pPr marL="688975" indent="-400050"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  <a:tabLst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©2017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/>
            </a:lvl1pPr>
            <a:lvl2pPr marL="809625" indent="-460375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tabLst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events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1270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03275" indent="-790575">
              <a:buNone/>
              <a:tabLst/>
              <a:defRPr sz="2800" b="0" i="0"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	Companies record events that change their financial statements in the period in which events occur, even if cash was not exchanged.</a:t>
            </a:r>
          </a:p>
          <a:p>
            <a:pPr lvl="2"/>
            <a:r>
              <a:rPr lang="en-US" dirty="0"/>
              <a:t>✔️b.	Companies recognize revenue in the period in which the performance obligation is satisfied.</a:t>
            </a:r>
          </a:p>
          <a:p>
            <a:pPr lvl="1"/>
            <a:r>
              <a:rPr lang="en-US" dirty="0"/>
              <a:t>c.	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8351"/>
            <a:ext cx="11379200" cy="990599"/>
          </a:xfrm>
        </p:spPr>
        <p:txBody>
          <a:bodyPr/>
          <a:lstStyle/>
          <a:p>
            <a:r>
              <a:rPr lang="en-US"/>
              <a:t>Language</a:t>
            </a:r>
            <a:endParaRPr lang="en-US" dirty="0"/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406400" y="5867400"/>
            <a:ext cx="113792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Calibri" charset="0"/>
                <a:ea typeface="Calibri" charset="0"/>
                <a:cs typeface="Calibri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914402"/>
            <a:ext cx="11379200" cy="9905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905000"/>
            <a:ext cx="113792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igure caption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350051"/>
            <a:ext cx="11379200" cy="3099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9"/>
            <a:ext cx="11379200" cy="4452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06400" y="5780676"/>
            <a:ext cx="11379200" cy="46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4.5 Figure title placeholder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67376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06400" y="5920581"/>
            <a:ext cx="11379200" cy="435770"/>
          </a:xfrm>
          <a:prstGeom prst="rect">
            <a:avLst/>
          </a:prstGeom>
        </p:spPr>
        <p:txBody>
          <a:bodyPr/>
          <a:lstStyle>
            <a:lvl1pPr algn="ctr"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Image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8"/>
            <a:ext cx="11379200" cy="4970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9-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93699" y="777242"/>
            <a:ext cx="11391901" cy="97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43714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272" y="762002"/>
            <a:ext cx="11387328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16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008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29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Data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Fourteenth Edition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Jerry FitzGerald, Alan Dennis, and Alexandra Durcikova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Chapter 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Wide Area Networks</a:t>
            </a:r>
          </a:p>
        </p:txBody>
      </p:sp>
    </p:spTree>
    <p:extLst>
      <p:ext uri="{BB962C8B-B14F-4D97-AF65-F5344CB8AC3E}">
        <p14:creationId xmlns:p14="http://schemas.microsoft.com/office/powerpoint/2010/main" val="6605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and understanding of </a:t>
            </a:r>
            <a:r>
              <a:rPr lang="en-US" dirty="0">
                <a:solidFill>
                  <a:srgbClr val="FF0000"/>
                </a:solidFill>
              </a:rPr>
              <a:t>dedicated-circuit services/architectures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and understanding of </a:t>
            </a:r>
            <a:r>
              <a:rPr lang="en-US" dirty="0">
                <a:solidFill>
                  <a:srgbClr val="FF0000"/>
                </a:solidFill>
              </a:rPr>
              <a:t>packet-switched services/</a:t>
            </a:r>
            <a:r>
              <a:rPr lang="en-US" dirty="0"/>
              <a:t>architectures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and understanding of </a:t>
            </a:r>
            <a:r>
              <a:rPr lang="en-US" dirty="0">
                <a:solidFill>
                  <a:srgbClr val="FF0000"/>
                </a:solidFill>
              </a:rPr>
              <a:t>Internet-based VPN services/</a:t>
            </a:r>
            <a:r>
              <a:rPr lang="en-US" dirty="0"/>
              <a:t>architectures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and understanding of best practice recommendations for WAN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 familiar with </a:t>
            </a:r>
            <a:r>
              <a:rPr lang="en-US" dirty="0">
                <a:solidFill>
                  <a:srgbClr val="FF0000"/>
                </a:solidFill>
              </a:rPr>
              <a:t>improving WAN performance.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9-</a:t>
            </a:r>
            <a:fld id="{957104EA-F2AF-1046-9253-EE8D978719B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9.1 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Wide area networks </a:t>
            </a:r>
            <a:r>
              <a:rPr lang="en-US" dirty="0">
                <a:solidFill>
                  <a:srgbClr val="FF0000"/>
                </a:solidFill>
              </a:rPr>
              <a:t>(WANs) </a:t>
            </a:r>
            <a:r>
              <a:rPr lang="en-US" dirty="0"/>
              <a:t>typically run long distances, connecting different offices in different cities or countries</a:t>
            </a:r>
          </a:p>
          <a:p>
            <a:r>
              <a:rPr lang="en-US" dirty="0"/>
              <a:t>Most organizations </a:t>
            </a:r>
            <a:r>
              <a:rPr lang="en-US" dirty="0">
                <a:solidFill>
                  <a:srgbClr val="FF0000"/>
                </a:solidFill>
              </a:rPr>
              <a:t>rent or lease circuits </a:t>
            </a:r>
            <a:r>
              <a:rPr lang="en-US" dirty="0"/>
              <a:t>from </a:t>
            </a:r>
            <a:r>
              <a:rPr lang="en-US" b="1" i="1" dirty="0"/>
              <a:t>common carriers.</a:t>
            </a:r>
          </a:p>
          <a:p>
            <a:r>
              <a:rPr lang="en-US" dirty="0"/>
              <a:t>As a customer, you do not lease physical cables; you lease circuits that provide certain </a:t>
            </a:r>
            <a:r>
              <a:rPr lang="en-US" dirty="0">
                <a:solidFill>
                  <a:srgbClr val="FF0000"/>
                </a:solidFill>
              </a:rPr>
              <a:t>transmission characteristics</a:t>
            </a:r>
            <a:r>
              <a:rPr lang="en-US" dirty="0"/>
              <a:t>.</a:t>
            </a:r>
          </a:p>
          <a:p>
            <a:r>
              <a:rPr lang="en-US" dirty="0"/>
              <a:t>A common carrier that provides local telephone services is commonly called a </a:t>
            </a:r>
            <a:r>
              <a:rPr lang="en-US" b="1" i="1" dirty="0"/>
              <a:t>local exchange carrier </a:t>
            </a:r>
            <a:r>
              <a:rPr lang="en-US" dirty="0"/>
              <a:t>(LEC).</a:t>
            </a:r>
          </a:p>
          <a:p>
            <a:r>
              <a:rPr lang="en-US" dirty="0"/>
              <a:t>A common carrier that provides long-distance services is commonly called an </a:t>
            </a:r>
            <a:r>
              <a:rPr lang="en-US" b="1" i="1" dirty="0"/>
              <a:t>interexchange carrier </a:t>
            </a:r>
            <a:r>
              <a:rPr lang="en-US" dirty="0"/>
              <a:t>(IXC).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601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Introduction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market for WAN services has </a:t>
            </a:r>
            <a:r>
              <a:rPr lang="en-US" dirty="0">
                <a:solidFill>
                  <a:srgbClr val="FF0000"/>
                </a:solidFill>
              </a:rPr>
              <a:t>rapidly changed </a:t>
            </a:r>
            <a:r>
              <a:rPr lang="en-US" dirty="0"/>
              <a:t>over the past few years for two reasons: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underlying technologies have changed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More companies are using cloud-based services rather than deploying applications on servers on their own internal networks</a:t>
            </a:r>
          </a:p>
          <a:p>
            <a:r>
              <a:rPr lang="en-US" dirty="0"/>
              <a:t>Will discuss three types of WAN services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Dedicated-circuit services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Packet-switched services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Using the public Internet to provide a </a:t>
            </a:r>
            <a:r>
              <a:rPr lang="en-US" dirty="0">
                <a:solidFill>
                  <a:srgbClr val="FF0000"/>
                </a:solidFill>
              </a:rPr>
              <a:t>Virtual Private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14320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77241"/>
            <a:ext cx="11379200" cy="746759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9.2 Dedicated-Circuit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With a </a:t>
            </a:r>
            <a:r>
              <a:rPr lang="en-US" b="1" i="1" dirty="0"/>
              <a:t>dedicated-circuit network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user leases circuits </a:t>
            </a:r>
            <a:r>
              <a:rPr lang="en-US" dirty="0"/>
              <a:t>from the common carrier for their exclusive use </a:t>
            </a:r>
            <a:r>
              <a:rPr lang="en-US" dirty="0">
                <a:solidFill>
                  <a:srgbClr val="FF0000"/>
                </a:solidFill>
              </a:rPr>
              <a:t>24 hours per day</a:t>
            </a:r>
            <a:r>
              <a:rPr lang="en-US" dirty="0"/>
              <a:t>, 7 days per week</a:t>
            </a:r>
          </a:p>
          <a:p>
            <a:pPr lvl="1"/>
            <a:r>
              <a:rPr lang="en-US" dirty="0"/>
              <a:t>Sometimes called </a:t>
            </a:r>
            <a:r>
              <a:rPr lang="en-US" b="1" i="1" dirty="0">
                <a:solidFill>
                  <a:srgbClr val="FF0000"/>
                </a:solidFill>
              </a:rPr>
              <a:t>private line services.</a:t>
            </a:r>
          </a:p>
          <a:p>
            <a:r>
              <a:rPr lang="en-US" dirty="0"/>
              <a:t>It is like having your own private network, but it is managed by the common carrier.</a:t>
            </a:r>
          </a:p>
          <a:p>
            <a:r>
              <a:rPr lang="en-US" dirty="0"/>
              <a:t>Some experts believe that they will slowly disappear over the next 10 years, </a:t>
            </a:r>
            <a:r>
              <a:rPr lang="en-US" dirty="0">
                <a:solidFill>
                  <a:srgbClr val="FF0000"/>
                </a:solidFill>
              </a:rPr>
              <a:t>as packet-switched services become more popular.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18361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Basic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With a dedicated-circuit network, you lease circuits from common carriers</a:t>
            </a:r>
          </a:p>
          <a:p>
            <a:r>
              <a:rPr lang="en-US" dirty="0"/>
              <a:t>All connections are point to point.</a:t>
            </a:r>
          </a:p>
          <a:p>
            <a:r>
              <a:rPr lang="en-US" dirty="0"/>
              <a:t>The user installs the equipment needed to connect computers and devices to the circuit</a:t>
            </a:r>
          </a:p>
          <a:p>
            <a:pPr lvl="1"/>
            <a:r>
              <a:rPr lang="en-US" dirty="0"/>
              <a:t>This equipment may include multiplexers or a </a:t>
            </a:r>
            <a:r>
              <a:rPr lang="en-US" b="1" i="1" dirty="0"/>
              <a:t>channel service unit </a:t>
            </a:r>
            <a:r>
              <a:rPr lang="en-US" dirty="0"/>
              <a:t>(CSU) and/or a </a:t>
            </a:r>
            <a:r>
              <a:rPr lang="en-US" b="1" i="1" dirty="0"/>
              <a:t>data service unit </a:t>
            </a:r>
            <a:r>
              <a:rPr lang="en-US" dirty="0"/>
              <a:t>(DSU).</a:t>
            </a:r>
          </a:p>
          <a:p>
            <a:r>
              <a:rPr lang="en-US" dirty="0">
                <a:solidFill>
                  <a:srgbClr val="FF0000"/>
                </a:solidFill>
              </a:rPr>
              <a:t>Dedicated circuits </a:t>
            </a:r>
            <a:r>
              <a:rPr lang="en-US" dirty="0"/>
              <a:t>are billed at a flat fee per month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15536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Three Basic Architectures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Mesh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623822" y="1368376"/>
            <a:ext cx="6117328" cy="49879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8436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85163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52400" y="1524000"/>
            <a:ext cx="5384800" cy="4419600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i="1" dirty="0"/>
              <a:t>ring architecture </a:t>
            </a:r>
            <a:r>
              <a:rPr lang="en-US" dirty="0"/>
              <a:t>connects all computers in a closed loop with each computer linked to the next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circuits are full-duplex or half-duplex.</a:t>
            </a:r>
          </a:p>
          <a:p>
            <a:r>
              <a:rPr lang="en-US" dirty="0"/>
              <a:t>One disadvantage of the ring topology is that messages </a:t>
            </a:r>
            <a:r>
              <a:rPr lang="en-US" dirty="0">
                <a:solidFill>
                  <a:srgbClr val="FF0000"/>
                </a:solidFill>
              </a:rPr>
              <a:t>can take a long time.</a:t>
            </a:r>
          </a:p>
          <a:p>
            <a:r>
              <a:rPr lang="en-US" dirty="0"/>
              <a:t>The failure of any one circuit or computer means that the network can continue to function.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967603" y="1936752"/>
            <a:ext cx="5817997" cy="36671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16900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Star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8600" y="1661159"/>
            <a:ext cx="5384800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star architecture </a:t>
            </a:r>
            <a:r>
              <a:rPr lang="en-US" dirty="0"/>
              <a:t>connects all </a:t>
            </a:r>
            <a:r>
              <a:rPr lang="en-US" dirty="0">
                <a:solidFill>
                  <a:srgbClr val="FF0000"/>
                </a:solidFill>
              </a:rPr>
              <a:t>computers to one central computer.</a:t>
            </a:r>
          </a:p>
          <a:p>
            <a:r>
              <a:rPr lang="en-US" dirty="0"/>
              <a:t>It is easy to manage</a:t>
            </a:r>
          </a:p>
          <a:p>
            <a:r>
              <a:rPr lang="en-US" dirty="0"/>
              <a:t>It is the most susceptible to traffic problems.</a:t>
            </a:r>
          </a:p>
          <a:p>
            <a:r>
              <a:rPr lang="en-US" dirty="0"/>
              <a:t>The central computer must have sufficient capacity to handle traffic peaks.</a:t>
            </a:r>
          </a:p>
          <a:p>
            <a:r>
              <a:rPr lang="en-US" dirty="0">
                <a:solidFill>
                  <a:srgbClr val="FF0000"/>
                </a:solidFill>
              </a:rPr>
              <a:t>The failure of any one circuit affects only the one circuit</a:t>
            </a:r>
          </a:p>
          <a:p>
            <a:pPr lvl="1"/>
            <a:r>
              <a:rPr lang="en-US" dirty="0"/>
              <a:t>Central computer failure causes the network to fail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607192" y="1661159"/>
            <a:ext cx="6276370" cy="403001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0597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93089"/>
            <a:ext cx="5003800" cy="975360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Full Mesh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8600" y="1371600"/>
            <a:ext cx="5384800" cy="4419600"/>
          </a:xfrm>
        </p:spPr>
        <p:txBody>
          <a:bodyPr/>
          <a:lstStyle/>
          <a:p>
            <a:r>
              <a:rPr lang="en-US" dirty="0"/>
              <a:t>In a </a:t>
            </a:r>
            <a:r>
              <a:rPr lang="en-US" b="1" i="1" dirty="0"/>
              <a:t>full-mesh architecture</a:t>
            </a:r>
            <a:r>
              <a:rPr lang="en-US" dirty="0"/>
              <a:t>, every computer is connected to every other computer.</a:t>
            </a:r>
          </a:p>
          <a:p>
            <a:r>
              <a:rPr lang="en-US" dirty="0"/>
              <a:t>It is seldom used </a:t>
            </a:r>
            <a:r>
              <a:rPr lang="en-US" dirty="0">
                <a:solidFill>
                  <a:srgbClr val="FF0000"/>
                </a:solidFill>
              </a:rPr>
              <a:t>because of the extremely high cost.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425328" y="1752600"/>
            <a:ext cx="6614272" cy="403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56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5537200" cy="746759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Partial Mesh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dirty="0"/>
              <a:t>Partial-mesh architecture </a:t>
            </a:r>
            <a:r>
              <a:rPr lang="en-US" dirty="0"/>
              <a:t>is where many, but not all, computers are connected</a:t>
            </a:r>
          </a:p>
          <a:p>
            <a:pPr lvl="1"/>
            <a:r>
              <a:rPr lang="en-US" dirty="0"/>
              <a:t>Usually called just </a:t>
            </a:r>
            <a:r>
              <a:rPr lang="en-US" b="1" i="1" dirty="0"/>
              <a:t>mesh architecture</a:t>
            </a:r>
          </a:p>
          <a:p>
            <a:pPr lvl="1"/>
            <a:r>
              <a:rPr lang="en-US" dirty="0"/>
              <a:t>Much more common</a:t>
            </a:r>
          </a:p>
          <a:p>
            <a:r>
              <a:rPr lang="en-US" dirty="0"/>
              <a:t>The effects of the loss of circuits depend on the circuits available in the network</a:t>
            </a:r>
          </a:p>
          <a:p>
            <a:r>
              <a:rPr lang="en-US" dirty="0"/>
              <a:t>Mesh networks combine the performance benefits of both ring networks and star networks </a:t>
            </a:r>
          </a:p>
          <a:p>
            <a:r>
              <a:rPr lang="en-US" dirty="0"/>
              <a:t>The drawback is the use of decentralized routing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326001"/>
            <a:ext cx="5384800" cy="3272797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22493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21610"/>
            <a:ext cx="6391578" cy="975360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T-Carrier and SONET Services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08934" y="1774279"/>
            <a:ext cx="5827933" cy="2416721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305866" y="1600200"/>
            <a:ext cx="5551714" cy="335279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96043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6400" y="777241"/>
            <a:ext cx="11379200" cy="746759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9.3 Packet-Switched Networks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152400" y="1676400"/>
            <a:ext cx="10490200" cy="4114800"/>
          </a:xfrm>
        </p:spPr>
        <p:txBody>
          <a:bodyPr/>
          <a:lstStyle/>
          <a:p>
            <a:r>
              <a:rPr lang="en-US" b="1" i="1" dirty="0"/>
              <a:t>Packet-switched networks </a:t>
            </a:r>
            <a:r>
              <a:rPr lang="en-US" dirty="0"/>
              <a:t>operate more like </a:t>
            </a:r>
            <a:r>
              <a:rPr lang="en-US" dirty="0">
                <a:solidFill>
                  <a:srgbClr val="FF0000"/>
                </a:solidFill>
              </a:rPr>
              <a:t>Ethernet and IP networks used in the LANs and BNs</a:t>
            </a:r>
            <a:r>
              <a:rPr lang="en-US" dirty="0"/>
              <a:t> than like dedicated-circuit networks</a:t>
            </a:r>
          </a:p>
          <a:p>
            <a:r>
              <a:rPr lang="en-US" b="1" i="1" dirty="0"/>
              <a:t>Packet-switched services </a:t>
            </a:r>
            <a:r>
              <a:rPr lang="en-US" dirty="0"/>
              <a:t>enable multiple connections to exist simultaneously between computers over the same physical circuit, just like LANs and BNs.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88489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37" y="548640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Basic Architecture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0" y="1379958"/>
            <a:ext cx="5384800" cy="4419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 packet-switched services, the user buys a connection into the common carrier cloud.</a:t>
            </a:r>
          </a:p>
          <a:p>
            <a:r>
              <a:rPr lang="en-US" dirty="0"/>
              <a:t>The user </a:t>
            </a:r>
            <a:r>
              <a:rPr lang="en-US" dirty="0">
                <a:solidFill>
                  <a:srgbClr val="FF0000"/>
                </a:solidFill>
              </a:rPr>
              <a:t>pays a fixed fee for the connection into the network </a:t>
            </a:r>
            <a:r>
              <a:rPr lang="en-US" dirty="0"/>
              <a:t>and is charged for the number of packets transmitted.</a:t>
            </a:r>
          </a:p>
          <a:p>
            <a:r>
              <a:rPr lang="en-US" dirty="0"/>
              <a:t>The user’s connection into the network is a </a:t>
            </a:r>
            <a:r>
              <a:rPr lang="en-US" b="1" i="1" dirty="0"/>
              <a:t>packet assembly/disassembly device </a:t>
            </a:r>
            <a:r>
              <a:rPr lang="en-US" dirty="0"/>
              <a:t>(PAD).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125066" y="1524000"/>
            <a:ext cx="5384800" cy="41315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71484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Basic Architecture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152400" y="1599131"/>
            <a:ext cx="5384800" cy="4419600"/>
          </a:xfrm>
        </p:spPr>
        <p:txBody>
          <a:bodyPr>
            <a:normAutofit/>
          </a:bodyPr>
          <a:lstStyle/>
          <a:p>
            <a:r>
              <a:rPr lang="en-US" dirty="0"/>
              <a:t>One of the key advantages of </a:t>
            </a:r>
            <a:r>
              <a:rPr lang="en-US" dirty="0">
                <a:solidFill>
                  <a:srgbClr val="FF0000"/>
                </a:solidFill>
              </a:rPr>
              <a:t>packet-switched services </a:t>
            </a:r>
            <a:r>
              <a:rPr lang="en-US" dirty="0"/>
              <a:t>is that different locations can have </a:t>
            </a:r>
            <a:r>
              <a:rPr lang="en-US" dirty="0">
                <a:solidFill>
                  <a:srgbClr val="FF0000"/>
                </a:solidFill>
              </a:rPr>
              <a:t>different connection speeds</a:t>
            </a:r>
            <a:r>
              <a:rPr lang="en-US" dirty="0"/>
              <a:t>.</a:t>
            </a:r>
          </a:p>
          <a:p>
            <a:r>
              <a:rPr lang="en-US" dirty="0"/>
              <a:t>Packet-switched networks enable packets from separate messages with different destinations to be </a:t>
            </a:r>
            <a:r>
              <a:rPr lang="en-US" b="1" i="1" dirty="0"/>
              <a:t>interleaved</a:t>
            </a:r>
            <a:r>
              <a:rPr lang="en-US" dirty="0"/>
              <a:t> for transmission.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896642"/>
            <a:ext cx="5384800" cy="41315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404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Basic Architecture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connections between the different locations in the packet network are called </a:t>
            </a:r>
            <a:r>
              <a:rPr lang="en-US" b="1" i="1" dirty="0">
                <a:solidFill>
                  <a:srgbClr val="FF0000"/>
                </a:solidFill>
              </a:rPr>
              <a:t>permanent virtual circuits</a:t>
            </a:r>
            <a:r>
              <a:rPr lang="en-US" dirty="0">
                <a:solidFill>
                  <a:srgbClr val="FF0000"/>
                </a:solidFill>
              </a:rPr>
              <a:t> (PVCs).</a:t>
            </a:r>
          </a:p>
          <a:p>
            <a:r>
              <a:rPr lang="en-US" dirty="0"/>
              <a:t>Some common carriers also permit the use of </a:t>
            </a:r>
            <a:r>
              <a:rPr lang="en-US" b="1" i="1" dirty="0">
                <a:solidFill>
                  <a:srgbClr val="FF0000"/>
                </a:solidFill>
              </a:rPr>
              <a:t>switched virtual circuits </a:t>
            </a:r>
            <a:r>
              <a:rPr lang="en-US" dirty="0">
                <a:solidFill>
                  <a:srgbClr val="FF0000"/>
                </a:solidFill>
              </a:rPr>
              <a:t>(SVCs).</a:t>
            </a:r>
          </a:p>
          <a:p>
            <a:r>
              <a:rPr lang="en-US" dirty="0"/>
              <a:t>Organizations often </a:t>
            </a:r>
            <a:r>
              <a:rPr lang="en-US" dirty="0">
                <a:solidFill>
                  <a:srgbClr val="FF0000"/>
                </a:solidFill>
              </a:rPr>
              <a:t>lease a dedicated circuit their offices to the packet-switched network </a:t>
            </a:r>
            <a:r>
              <a:rPr lang="en-US" b="1" i="1" dirty="0"/>
              <a:t>point of presence </a:t>
            </a:r>
            <a:r>
              <a:rPr lang="en-US" dirty="0"/>
              <a:t>(POP)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896642"/>
            <a:ext cx="5384800" cy="41315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26520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Three Types of Packet-Switched Services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Frame relay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MPLS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Ethernet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409416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Frame Relay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i="1" dirty="0"/>
              <a:t>Frame relay </a:t>
            </a:r>
            <a:r>
              <a:rPr lang="en-US" dirty="0"/>
              <a:t>is one of the oldest used packet services.</a:t>
            </a:r>
          </a:p>
          <a:p>
            <a:r>
              <a:rPr lang="en-US" dirty="0">
                <a:solidFill>
                  <a:srgbClr val="FF0000"/>
                </a:solidFill>
              </a:rPr>
              <a:t>Most companies are no longer installing it.</a:t>
            </a:r>
          </a:p>
          <a:p>
            <a:r>
              <a:rPr lang="en-US" dirty="0"/>
              <a:t>Frame relay uses </a:t>
            </a:r>
            <a:r>
              <a:rPr lang="en-US" dirty="0">
                <a:solidFill>
                  <a:srgbClr val="FF0000"/>
                </a:solidFill>
              </a:rPr>
              <a:t>T carrier and SONET as its circuits</a:t>
            </a:r>
          </a:p>
          <a:p>
            <a:r>
              <a:rPr lang="en-US" dirty="0"/>
              <a:t>It is an unreliable packet service because it does not perform error control</a:t>
            </a:r>
          </a:p>
          <a:p>
            <a:r>
              <a:rPr lang="en-US" dirty="0"/>
              <a:t>Some common carriers permit users to specify two different types of data rates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i="1" dirty="0"/>
              <a:t>committed information rate </a:t>
            </a:r>
            <a:r>
              <a:rPr lang="en-US" dirty="0"/>
              <a:t>(CIR) is the data rate the PVC guarantees to transmit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i="1" dirty="0"/>
              <a:t>maximum allowable rate </a:t>
            </a:r>
            <a:r>
              <a:rPr lang="en-US" dirty="0"/>
              <a:t>(MAR) is the maximum rate that the network will attempt to provide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179094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MPLS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Multiprotocol label switching </a:t>
            </a:r>
            <a:r>
              <a:rPr lang="en-US" dirty="0">
                <a:solidFill>
                  <a:srgbClr val="FF0000"/>
                </a:solidFill>
              </a:rPr>
              <a:t>(MPLS) is a layer 2 service because it is commonly used with IP for routing at layer 3.</a:t>
            </a:r>
          </a:p>
          <a:p>
            <a:r>
              <a:rPr lang="en-US" dirty="0"/>
              <a:t>With MPLS, the </a:t>
            </a:r>
            <a:r>
              <a:rPr lang="en-US" dirty="0">
                <a:solidFill>
                  <a:srgbClr val="FF0000"/>
                </a:solidFill>
              </a:rPr>
              <a:t>PAD at the sending site takes the message</a:t>
            </a:r>
            <a:r>
              <a:rPr lang="en-US" dirty="0"/>
              <a:t>, strips off the Ethernet frame, and uses the IP address in the IP packet to route the packet through the carrier’s packet-switched network to its final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93641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33400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Ethernet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04800" y="1371600"/>
            <a:ext cx="11379200" cy="4495800"/>
          </a:xfrm>
        </p:spPr>
        <p:txBody>
          <a:bodyPr>
            <a:normAutofit fontScale="92500"/>
          </a:bodyPr>
          <a:lstStyle/>
          <a:p>
            <a:r>
              <a:rPr lang="en-US" dirty="0"/>
              <a:t>Most organizations today use </a:t>
            </a:r>
            <a:r>
              <a:rPr lang="en-US" dirty="0">
                <a:solidFill>
                  <a:srgbClr val="FF0000"/>
                </a:solidFill>
              </a:rPr>
              <a:t>Ethernet and IP in the LAN and BN environments</a:t>
            </a:r>
          </a:p>
          <a:p>
            <a:r>
              <a:rPr lang="en-US" dirty="0">
                <a:solidFill>
                  <a:srgbClr val="FF0000"/>
                </a:solidFill>
              </a:rPr>
              <a:t>WAN packet network services use different layer 2 protocols</a:t>
            </a:r>
          </a:p>
          <a:p>
            <a:r>
              <a:rPr lang="en-US" dirty="0"/>
              <a:t>Any LAN or BN traffic, therefore, must be translated or encapsulated into a new protocol and destination addresses generated for the new protocol.</a:t>
            </a:r>
          </a:p>
          <a:p>
            <a:r>
              <a:rPr lang="en-US" dirty="0"/>
              <a:t>Frame relay and MPLS services use the traditional telephone company WAN networks.</a:t>
            </a:r>
          </a:p>
          <a:p>
            <a:r>
              <a:rPr lang="en-US" dirty="0"/>
              <a:t>Ethernet services bypass this network.</a:t>
            </a:r>
          </a:p>
          <a:p>
            <a:r>
              <a:rPr lang="en-US" dirty="0"/>
              <a:t>Companies offering </a:t>
            </a:r>
            <a:r>
              <a:rPr lang="en-US" dirty="0">
                <a:solidFill>
                  <a:srgbClr val="FF0000"/>
                </a:solidFill>
              </a:rPr>
              <a:t>Ethernet services have laid their own gigabit Ethernet fiber-optic networks in large cities.</a:t>
            </a:r>
          </a:p>
          <a:p>
            <a:r>
              <a:rPr lang="en-US" dirty="0"/>
              <a:t>Ethernet services are much more flexible than the old WAN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80735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9.4 Virtual Private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 virtual private network (VPN) provides</a:t>
            </a:r>
            <a:r>
              <a:rPr lang="en-US" dirty="0"/>
              <a:t> the equivalent of a </a:t>
            </a:r>
            <a:r>
              <a:rPr lang="en-US" dirty="0">
                <a:solidFill>
                  <a:srgbClr val="FF0000"/>
                </a:solidFill>
              </a:rPr>
              <a:t>private packet-switched network over the public Internet</a:t>
            </a:r>
          </a:p>
          <a:p>
            <a:r>
              <a:rPr lang="en-US" dirty="0"/>
              <a:t>It involves establishing a series of PVCs that run over the Internet so that the network acts like a set of dedicated circuits even though the data flows over the Internet.</a:t>
            </a:r>
          </a:p>
          <a:p>
            <a:r>
              <a:rPr lang="en-US" dirty="0"/>
              <a:t>VPN services are </a:t>
            </a:r>
            <a:r>
              <a:rPr lang="en-US" dirty="0">
                <a:solidFill>
                  <a:srgbClr val="FF0000"/>
                </a:solidFill>
              </a:rPr>
              <a:t>very cheap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but only as reliable as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82936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89272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Basic Architecture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3142" y="1661159"/>
            <a:ext cx="5384800" cy="4419600"/>
          </a:xfrm>
        </p:spPr>
        <p:txBody>
          <a:bodyPr/>
          <a:lstStyle/>
          <a:p>
            <a:r>
              <a:rPr lang="en-US" dirty="0"/>
              <a:t>You first lease an Internet connection for each location</a:t>
            </a:r>
          </a:p>
          <a:p>
            <a:r>
              <a:rPr lang="en-US" dirty="0"/>
              <a:t>You pay the common carrier for the circuit and the </a:t>
            </a:r>
            <a:r>
              <a:rPr lang="en-US" dirty="0">
                <a:solidFill>
                  <a:srgbClr val="FF0000"/>
                </a:solidFill>
              </a:rPr>
              <a:t>ISP for Internet access</a:t>
            </a:r>
          </a:p>
          <a:p>
            <a:r>
              <a:rPr lang="en-US" dirty="0">
                <a:solidFill>
                  <a:srgbClr val="FF0000"/>
                </a:solidFill>
              </a:rPr>
              <a:t>Then you connect a VPN gateway to each Internet access circuit.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372266" y="1752599"/>
            <a:ext cx="6368884" cy="38281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48735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VPN Tunnels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8600" y="1538584"/>
            <a:ext cx="5384800" cy="4419600"/>
          </a:xfrm>
        </p:spPr>
        <p:txBody>
          <a:bodyPr/>
          <a:lstStyle/>
          <a:p>
            <a:r>
              <a:rPr lang="en-US" dirty="0"/>
              <a:t>The VPN gateways enable you to create </a:t>
            </a:r>
            <a:r>
              <a:rPr lang="en-US" dirty="0">
                <a:solidFill>
                  <a:srgbClr val="FF0000"/>
                </a:solidFill>
              </a:rPr>
              <a:t>PVCs through the Internet</a:t>
            </a:r>
          </a:p>
          <a:p>
            <a:r>
              <a:rPr lang="en-US" dirty="0"/>
              <a:t>These are </a:t>
            </a:r>
            <a:r>
              <a:rPr lang="en-US" dirty="0">
                <a:solidFill>
                  <a:srgbClr val="FF0000"/>
                </a:solidFill>
              </a:rPr>
              <a:t>called </a:t>
            </a:r>
            <a:r>
              <a:rPr lang="en-US" b="1" i="1" dirty="0">
                <a:solidFill>
                  <a:srgbClr val="FF0000"/>
                </a:solidFill>
              </a:rPr>
              <a:t>tunnels</a:t>
            </a:r>
          </a:p>
          <a:p>
            <a:r>
              <a:rPr lang="en-US" dirty="0"/>
              <a:t>The VPN is transparent to the users.</a:t>
            </a:r>
          </a:p>
          <a:p>
            <a:r>
              <a:rPr lang="en-US" dirty="0"/>
              <a:t>It is also transparent to the ISP and the Internet as a whole.</a:t>
            </a:r>
          </a:p>
          <a:p>
            <a:r>
              <a:rPr lang="en-US" dirty="0">
                <a:solidFill>
                  <a:srgbClr val="FF0000"/>
                </a:solidFill>
              </a:rPr>
              <a:t>VPN software is commonly used on home computers.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040131" y="1752601"/>
            <a:ext cx="5745469" cy="340924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18124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More on VPNs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VPNs operate either at </a:t>
            </a:r>
            <a:r>
              <a:rPr lang="en-US" dirty="0">
                <a:solidFill>
                  <a:srgbClr val="FF0000"/>
                </a:solidFill>
              </a:rPr>
              <a:t>layer 2 or layer 3</a:t>
            </a:r>
          </a:p>
          <a:p>
            <a:pPr lvl="1"/>
            <a:r>
              <a:rPr lang="en-US" dirty="0"/>
              <a:t>A layer 2 VPN uses the layer 2 packet to select the VPN tunnel and encapsulates the entire packet.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layer 3 VPN uses the layer 3 packet </a:t>
            </a:r>
            <a:r>
              <a:rPr lang="en-US" dirty="0"/>
              <a:t>to select the VPN tunnel and encapsulates the entire packet, starting with the layer 3 packet.</a:t>
            </a:r>
          </a:p>
          <a:p>
            <a:r>
              <a:rPr lang="en-US" dirty="0"/>
              <a:t>The primary advantages of VPNs are </a:t>
            </a:r>
            <a:r>
              <a:rPr lang="en-US" dirty="0">
                <a:solidFill>
                  <a:srgbClr val="FF0000"/>
                </a:solidFill>
              </a:rPr>
              <a:t>low cost and flexibility</a:t>
            </a:r>
          </a:p>
          <a:p>
            <a:r>
              <a:rPr lang="en-US" dirty="0"/>
              <a:t>There are two important disadvantages: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Traffic on the Internet is </a:t>
            </a:r>
            <a:r>
              <a:rPr lang="en-US" dirty="0">
                <a:solidFill>
                  <a:srgbClr val="FF0000"/>
                </a:solidFill>
              </a:rPr>
              <a:t>unpredictable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Because the data travel on the Internet, </a:t>
            </a:r>
            <a:r>
              <a:rPr lang="en-US" dirty="0">
                <a:solidFill>
                  <a:srgbClr val="FF0000"/>
                </a:solidFill>
              </a:rPr>
              <a:t>security is always a concern</a:t>
            </a:r>
            <a:r>
              <a:rPr lang="en-US" dirty="0"/>
              <a:t>; although, move VPNs use encryption.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207321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Three VPN Types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152400" y="1661159"/>
            <a:ext cx="5384800" cy="4419600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i="1" dirty="0"/>
              <a:t>intranet VPN </a:t>
            </a:r>
            <a:r>
              <a:rPr lang="en-US" dirty="0"/>
              <a:t>provides virtual circuits between organization offices over the Internet (figure at right)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i="1" dirty="0"/>
              <a:t>extranet VPN </a:t>
            </a:r>
            <a:r>
              <a:rPr lang="en-US" dirty="0"/>
              <a:t>is the same as an intranet VPN, except that the VPN connects several different organizations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i="1" dirty="0"/>
              <a:t>access VPN </a:t>
            </a:r>
            <a:r>
              <a:rPr lang="en-US" dirty="0"/>
              <a:t>enables employees to access an organization’s networks from a remote location.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376770"/>
            <a:ext cx="5384800" cy="317126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12483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VPNs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VPNs provide security by encapsulating packets in a separate, secure packet that is encrypted.</a:t>
            </a:r>
          </a:p>
          <a:p>
            <a:r>
              <a:rPr lang="en-US" dirty="0"/>
              <a:t>Layer 2 and layer 3 VPNs work very similarly.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918199" y="1390828"/>
            <a:ext cx="5838237" cy="4419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11485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VPNs Work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An employee starts the VPN software on his or her computer and uses it to log into the VPN gateway at the office</a:t>
            </a:r>
          </a:p>
          <a:p>
            <a:r>
              <a:rPr lang="en-US" dirty="0"/>
              <a:t>The VPN software creates a new “interface” on the employee’s computer</a:t>
            </a:r>
          </a:p>
          <a:p>
            <a:r>
              <a:rPr lang="en-US" dirty="0"/>
              <a:t>The VPN gateway assigns an IP address to the VPN interface on the employee’s computer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924228"/>
            <a:ext cx="5384800" cy="407634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130032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VPNs Work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employee’s computer now thinks it has two connections to the Internet</a:t>
            </a:r>
          </a:p>
          <a:p>
            <a:r>
              <a:rPr lang="en-US" dirty="0"/>
              <a:t>The VPN software makes the VPN interface the default interface</a:t>
            </a:r>
          </a:p>
          <a:p>
            <a:r>
              <a:rPr lang="en-US" dirty="0"/>
              <a:t>The VPN software receives the IP packet, encrypts it, and encapsulates it with an </a:t>
            </a:r>
            <a:r>
              <a:rPr lang="en-US" b="1" i="1" dirty="0"/>
              <a:t>Encapsulating Security Payload </a:t>
            </a:r>
            <a:r>
              <a:rPr lang="en-US" dirty="0"/>
              <a:t>(ESP) packet using IPSec encryption.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924228"/>
            <a:ext cx="5384800" cy="407634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74171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VPNs Work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VPN software passes the ESP packet to the employee’s computer normal Internet interface for transmission</a:t>
            </a:r>
          </a:p>
          <a:p>
            <a:r>
              <a:rPr lang="en-US" dirty="0"/>
              <a:t>It then passes the ESP packet to the IP software</a:t>
            </a:r>
          </a:p>
          <a:p>
            <a:r>
              <a:rPr lang="en-US" dirty="0"/>
              <a:t>It passes the resulting IP packet to the Ethernet software, which adds an Ethernet frame and transmits it to the employee’s router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924228"/>
            <a:ext cx="5384800" cy="407634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3599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VPNs Work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router prepares and sends the packet </a:t>
            </a:r>
          </a:p>
          <a:p>
            <a:r>
              <a:rPr lang="en-US" dirty="0"/>
              <a:t>The packet travels from the Internet to the ISP that connects the office to the Internet and arrives at the office’s router</a:t>
            </a:r>
          </a:p>
          <a:p>
            <a:r>
              <a:rPr lang="en-US" dirty="0"/>
              <a:t>The process is reversed at the receiving location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924228"/>
            <a:ext cx="5384800" cy="407634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15030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9.5 The Best Practice WAN Design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Developing best practice recommendations for </a:t>
            </a:r>
            <a:r>
              <a:rPr lang="en-US" dirty="0">
                <a:solidFill>
                  <a:srgbClr val="FF0000"/>
                </a:solidFill>
              </a:rPr>
              <a:t>WAN design is more difficult than for LANs and backbone networks.</a:t>
            </a:r>
          </a:p>
          <a:p>
            <a:r>
              <a:rPr lang="en-US" dirty="0"/>
              <a:t>The network designer is buying services from </a:t>
            </a:r>
            <a:r>
              <a:rPr lang="en-US" dirty="0">
                <a:solidFill>
                  <a:srgbClr val="FF0000"/>
                </a:solidFill>
              </a:rPr>
              <a:t>different companies rather than buying products.</a:t>
            </a:r>
          </a:p>
          <a:p>
            <a:r>
              <a:rPr lang="en-US" dirty="0"/>
              <a:t>The environment is now rapidly changing with the introduction </a:t>
            </a:r>
            <a:r>
              <a:rPr lang="en-US" dirty="0">
                <a:solidFill>
                  <a:srgbClr val="FF0000"/>
                </a:solidFill>
              </a:rPr>
              <a:t>of Ethernet and Internet VPN services </a:t>
            </a:r>
            <a:r>
              <a:rPr lang="en-US" dirty="0"/>
              <a:t>and changing organizational needs as more organizations use cloud-based services.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361401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Software Defined 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increased complexity in WANs means that many organizations are implementing a </a:t>
            </a:r>
            <a:r>
              <a:rPr lang="en-US" b="1" i="1" dirty="0"/>
              <a:t>Software Defined WAN </a:t>
            </a:r>
            <a:r>
              <a:rPr lang="en-US" dirty="0"/>
              <a:t>(SDWAN)</a:t>
            </a:r>
          </a:p>
          <a:p>
            <a:r>
              <a:rPr lang="en-US" dirty="0"/>
              <a:t>A SDWAN uses software to </a:t>
            </a:r>
            <a:r>
              <a:rPr lang="en-US" dirty="0">
                <a:solidFill>
                  <a:srgbClr val="FF0000"/>
                </a:solidFill>
              </a:rPr>
              <a:t>control and manage the routers </a:t>
            </a:r>
            <a:r>
              <a:rPr lang="en-US" dirty="0"/>
              <a:t>used in the WAN</a:t>
            </a:r>
          </a:p>
          <a:p>
            <a:r>
              <a:rPr lang="en-US" dirty="0"/>
              <a:t>An SDWAN provides four benefits: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It provides centralized management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It reduces costs by balancing network traffic over circuits that have different costs and capacities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It provides more visibility over network traffic so network managers can see end-to-end traffic flows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SDWANs provide good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774248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Architecture of an SDWAN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top level is the </a:t>
            </a:r>
            <a:r>
              <a:rPr lang="en-US" b="1" i="1" dirty="0">
                <a:solidFill>
                  <a:srgbClr val="FF0000"/>
                </a:solidFill>
              </a:rPr>
              <a:t>Management Plane</a:t>
            </a:r>
          </a:p>
          <a:p>
            <a:pPr marL="843534" lvl="1" indent="-514350"/>
            <a:r>
              <a:rPr lang="en-US" dirty="0"/>
              <a:t>Some vendors call this the </a:t>
            </a:r>
            <a:r>
              <a:rPr lang="en-US" b="1" i="1" dirty="0"/>
              <a:t>Orchestration Plane</a:t>
            </a:r>
          </a:p>
          <a:p>
            <a:pPr marL="843534" lvl="1" indent="-514350"/>
            <a:r>
              <a:rPr lang="en-US" dirty="0"/>
              <a:t>This is the software that is used to </a:t>
            </a:r>
            <a:r>
              <a:rPr lang="en-US" dirty="0">
                <a:solidFill>
                  <a:srgbClr val="FF0000"/>
                </a:solidFill>
              </a:rPr>
              <a:t>control the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second plane is the </a:t>
            </a:r>
            <a:r>
              <a:rPr lang="en-US" b="1" i="1" dirty="0">
                <a:solidFill>
                  <a:srgbClr val="FF0000"/>
                </a:solidFill>
              </a:rPr>
              <a:t>Control Plane</a:t>
            </a:r>
          </a:p>
          <a:p>
            <a:pPr marL="843534" lvl="1" indent="-514350"/>
            <a:r>
              <a:rPr lang="en-US" dirty="0"/>
              <a:t>This is </a:t>
            </a:r>
            <a:r>
              <a:rPr lang="en-US" dirty="0">
                <a:solidFill>
                  <a:srgbClr val="FF0000"/>
                </a:solidFill>
              </a:rPr>
              <a:t>the software that controls the network and makes the decisions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third plane is the </a:t>
            </a:r>
            <a:r>
              <a:rPr lang="en-US" b="1" i="1" dirty="0">
                <a:solidFill>
                  <a:srgbClr val="FF0000"/>
                </a:solidFill>
              </a:rPr>
              <a:t>Data Plane</a:t>
            </a:r>
          </a:p>
          <a:p>
            <a:pPr marL="843534" lvl="1" indent="-514350"/>
            <a:r>
              <a:rPr lang="en-US" dirty="0"/>
              <a:t>This plane includes the </a:t>
            </a:r>
            <a:r>
              <a:rPr lang="en-US" dirty="0">
                <a:solidFill>
                  <a:srgbClr val="FF0000"/>
                </a:solidFill>
              </a:rPr>
              <a:t>routers that implement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5544345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683" y="574905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Choosing WAN Circuits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867400" y="3875520"/>
            <a:ext cx="6085832" cy="231362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221225" y="1295400"/>
            <a:ext cx="6085631" cy="246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89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" y="609600"/>
            <a:ext cx="11379200" cy="670559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9.6 Improving WAN Performance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929333" y="1447801"/>
            <a:ext cx="9325124" cy="461460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86872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77241"/>
            <a:ext cx="11379200" cy="746759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9.7 Implications for Cyber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WAN is usually one of the most secure parts of the network, unless you are using a </a:t>
            </a:r>
            <a:r>
              <a:rPr lang="en-US" dirty="0">
                <a:solidFill>
                  <a:srgbClr val="FF0000"/>
                </a:solidFill>
              </a:rPr>
              <a:t>VPN over the Internet</a:t>
            </a:r>
          </a:p>
          <a:p>
            <a:r>
              <a:rPr lang="en-US" dirty="0"/>
              <a:t>WAN services are provided by common carriers who serve thousands of customers, so it is difficult to identify one company’s WAN traffic.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cost of encryption is low</a:t>
            </a:r>
            <a:r>
              <a:rPr lang="en-US" dirty="0"/>
              <a:t>, so most large organizations routinely use VPNs to encrypt their data on their WAN.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9-</a:t>
            </a:r>
            <a:fld id="{67B19427-F580-D146-B60E-4CADEE75497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35796397"/>
      </p:ext>
    </p:extLst>
  </p:cSld>
  <p:clrMapOvr>
    <a:masterClrMapping/>
  </p:clrMapOvr>
</p:sld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ADB653A1-22A9-4BD0-B2B5-00B2E53CA889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25467C8E-E53C-4AD9-A914-F685BED9852C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895C9AC-D919-427F-9B86-94C36E44A5AC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DF06AF5-28F1-4349-ABBF-0F854C7FF2AB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DCC268CD-8C3E-414C-B079-8C7CF400294A}"/>
    </a:ext>
  </a:extLst>
</a:theme>
</file>

<file path=ppt/theme/theme6.xml><?xml version="1.0" encoding="utf-8"?>
<a:theme xmlns:a="http://schemas.openxmlformats.org/drawingml/2006/main" name="Sec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1E4FF330-8D2F-4F8D-BD47-17DD76922698}"/>
    </a:ext>
  </a:extLst>
</a:theme>
</file>

<file path=ppt/theme/theme7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9997BA5C-0A08-467C-973F-4C065CD0136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acb1e6a-c770-49d5-a476-585c8d9f4762">
      <UserInfo>
        <DisplayName>McGinniss, Allison</DisplayName>
        <AccountId>4797</AccountId>
        <AccountType/>
      </UserInfo>
      <UserInfo>
        <DisplayName>Boylan, Jon</DisplayName>
        <AccountId>3791</AccountId>
        <AccountType/>
      </UserInfo>
      <UserInfo>
        <DisplayName>Swinford, Christin - Indianapolis</DisplayName>
        <AccountId>2742</AccountId>
        <AccountType/>
      </UserInfo>
      <UserInfo>
        <DisplayName>Davis, Kathy</DisplayName>
        <AccountId>3885</AccountId>
        <AccountType/>
      </UserInfo>
      <UserInfo>
        <DisplayName>Trent, Michael</DisplayName>
        <AccountId>3890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C5FF765D7D64998B8A00072F6BAD5" ma:contentTypeVersion="15" ma:contentTypeDescription="Create a new document." ma:contentTypeScope="" ma:versionID="7dc141ca22241caa5807500f3576adfb">
  <xsd:schema xmlns:xsd="http://www.w3.org/2001/XMLSchema" xmlns:xs="http://www.w3.org/2001/XMLSchema" xmlns:p="http://schemas.microsoft.com/office/2006/metadata/properties" xmlns:ns1="http://schemas.microsoft.com/sharepoint/v3" xmlns:ns3="3acb1e6a-c770-49d5-a476-585c8d9f4762" xmlns:ns4="2849ce5b-a999-43ca-9b4e-9342bc28e78e" targetNamespace="http://schemas.microsoft.com/office/2006/metadata/properties" ma:root="true" ma:fieldsID="8f0ef06240b3429aa59a01c4d08c16e4" ns1:_="" ns3:_="" ns4:_="">
    <xsd:import namespace="http://schemas.microsoft.com/sharepoint/v3"/>
    <xsd:import namespace="3acb1e6a-c770-49d5-a476-585c8d9f4762"/>
    <xsd:import namespace="2849ce5b-a999-43ca-9b4e-9342bc28e78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b1e6a-c770-49d5-a476-585c8d9f47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9ce5b-a999-43ca-9b4e-9342bc28e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ECD1DE-F5AD-4A6B-99F8-E38245CC2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EFD79E-06AF-4973-A733-BC27ECAABB1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2849ce5b-a999-43ca-9b4e-9342bc28e78e"/>
    <ds:schemaRef ds:uri="http://schemas.microsoft.com/office/2006/documentManagement/types"/>
    <ds:schemaRef ds:uri="3acb1e6a-c770-49d5-a476-585c8d9f476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74E8EDE-B712-4183-997A-9529F0F6D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acb1e6a-c770-49d5-a476-585c8d9f4762"/>
    <ds:schemaRef ds:uri="2849ce5b-a999-43ca-9b4e-9342bc28e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McDaniel Template</Template>
  <TotalTime>1183</TotalTime>
  <Words>2236</Words>
  <Application>Microsoft Office PowerPoint</Application>
  <PresentationFormat>Widescreen</PresentationFormat>
  <Paragraphs>242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Source Sans Pro</vt:lpstr>
      <vt:lpstr>Opener</vt:lpstr>
      <vt:lpstr>Chapter Outline</vt:lpstr>
      <vt:lpstr>Learning Objectives</vt:lpstr>
      <vt:lpstr>Concept Check Question</vt:lpstr>
      <vt:lpstr>Key Term</vt:lpstr>
      <vt:lpstr>Section</vt:lpstr>
      <vt:lpstr>Image Slide Master</vt:lpstr>
      <vt:lpstr>Business Data Communications</vt:lpstr>
      <vt:lpstr>Learning Objectives</vt:lpstr>
      <vt:lpstr>9.1 Introduction</vt:lpstr>
      <vt:lpstr>Introduction Continued</vt:lpstr>
      <vt:lpstr>9.2 Dedicated-Circuit Networks</vt:lpstr>
      <vt:lpstr>Basic Architecture</vt:lpstr>
      <vt:lpstr>Three Basic Architectures</vt:lpstr>
      <vt:lpstr>Ring Architecture</vt:lpstr>
      <vt:lpstr>Star Architecture</vt:lpstr>
      <vt:lpstr>Full Mesh Architecture</vt:lpstr>
      <vt:lpstr>Partial Mesh Architecture</vt:lpstr>
      <vt:lpstr>T-Carrier and SONET Services</vt:lpstr>
      <vt:lpstr>9.3 Packet-Switched Networks</vt:lpstr>
      <vt:lpstr>Basic Architecture</vt:lpstr>
      <vt:lpstr>Basic Architecture Continued</vt:lpstr>
      <vt:lpstr>Basic Architecture Continued</vt:lpstr>
      <vt:lpstr>Three Types of Packet-Switched Services</vt:lpstr>
      <vt:lpstr>Frame Relay Services</vt:lpstr>
      <vt:lpstr>MPLS Services</vt:lpstr>
      <vt:lpstr>Ethernet Services</vt:lpstr>
      <vt:lpstr>9.4 Virtual Private Networks</vt:lpstr>
      <vt:lpstr>Basic Architecture</vt:lpstr>
      <vt:lpstr>VPN Tunnels</vt:lpstr>
      <vt:lpstr>More on VPNs</vt:lpstr>
      <vt:lpstr>Three VPN Types</vt:lpstr>
      <vt:lpstr>How VPNs Work</vt:lpstr>
      <vt:lpstr>How VPNs Work Continued</vt:lpstr>
      <vt:lpstr>How VPNs Work Continued</vt:lpstr>
      <vt:lpstr>How VPNs Work Continued</vt:lpstr>
      <vt:lpstr>How VPNs Work Continued</vt:lpstr>
      <vt:lpstr>9.5 The Best Practice WAN Design</vt:lpstr>
      <vt:lpstr>Software Defined WAN</vt:lpstr>
      <vt:lpstr>Architecture of an SDWAN</vt:lpstr>
      <vt:lpstr>Choosing WAN Circuits</vt:lpstr>
      <vt:lpstr>9.6 Improving WAN Performance</vt:lpstr>
      <vt:lpstr>9.7 Implications for Cyber Security</vt:lpstr>
    </vt:vector>
  </TitlesOfParts>
  <Manager>Judy Howarth</Manager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Wide Area Networks</dc:title>
  <dc:subject>Business Data Communications 14e</dc:subject>
  <dc:creator>Ronny Richardson</dc:creator>
  <cp:keywords>Business</cp:keywords>
  <dc:description>This file was created by:_x000d_
_x000d_
Dr. Ronny Richardson_x000d_
Professor of Operations Management_x000d_
Coles College of Business_x000d_
Kennesaw State University_x000d_
_x000d_
DrRonnyRichardson@gmail.com</dc:description>
  <cp:lastModifiedBy>Nurul Sarkar</cp:lastModifiedBy>
  <cp:revision>38</cp:revision>
  <cp:lastPrinted>2024-04-24T04:33:17Z</cp:lastPrinted>
  <dcterms:created xsi:type="dcterms:W3CDTF">2021-04-29T19:32:45Z</dcterms:created>
  <dcterms:modified xsi:type="dcterms:W3CDTF">2024-09-20T04:13:52Z</dcterms:modified>
  <cp:category>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0x0101006FFC5FF765D7D64998B8A00072F6BAD5</vt:lpwstr>
  </property>
</Properties>
</file>