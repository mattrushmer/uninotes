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9" r:id="rId4"/>
    <p:sldMasterId id="2147483936" r:id="rId5"/>
    <p:sldMasterId id="2147483943" r:id="rId6"/>
    <p:sldMasterId id="2147483965" r:id="rId7"/>
    <p:sldMasterId id="2147483968" r:id="rId8"/>
    <p:sldMasterId id="2147483971" r:id="rId9"/>
    <p:sldMasterId id="2147483976" r:id="rId10"/>
  </p:sldMasterIdLst>
  <p:notesMasterIdLst>
    <p:notesMasterId r:id="rId51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448" r:id="rId21"/>
    <p:sldId id="449" r:id="rId22"/>
    <p:sldId id="267" r:id="rId23"/>
    <p:sldId id="268" r:id="rId24"/>
    <p:sldId id="269" r:id="rId25"/>
    <p:sldId id="270" r:id="rId26"/>
    <p:sldId id="272" r:id="rId27"/>
    <p:sldId id="271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arvin, Megan - Hoboken" initials="MG" lastIdx="38" clrIdx="0"/>
  <p:cmAuthor id="1" name="Michael, Leah - Indianapolis" initials="LM" lastIdx="9" clrIdx="1"/>
  <p:cmAuthor id="2" name="Heaney, Barbara - Hoboken" initials="BH" lastIdx="3" clrIdx="2"/>
  <p:cmAuthor id="3" name="Perry, Nancy - Hoboken" initials="NP" lastIdx="2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AEAE9"/>
    <a:srgbClr val="E4E5E3"/>
    <a:srgbClr val="F2F2F1"/>
    <a:srgbClr val="EB9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051" autoAdjust="0"/>
  </p:normalViewPr>
  <p:slideViewPr>
    <p:cSldViewPr>
      <p:cViewPr varScale="1">
        <p:scale>
          <a:sx n="65" d="100"/>
          <a:sy n="65" d="100"/>
        </p:scale>
        <p:origin x="72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026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70" d="100"/>
        <a:sy n="70" d="100"/>
      </p:scale>
      <p:origin x="0" y="6254"/>
    </p:cViewPr>
  </p:sorterViewPr>
  <p:notesViewPr>
    <p:cSldViewPr>
      <p:cViewPr varScale="1">
        <p:scale>
          <a:sx n="134" d="100"/>
          <a:sy n="134" d="100"/>
        </p:scale>
        <p:origin x="3184" y="200"/>
      </p:cViewPr>
      <p:guideLst>
        <p:guide orient="horz" pos="3131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50" Type="http://schemas.openxmlformats.org/officeDocument/2006/relationships/slide" Target="slides/slide40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openxmlformats.org/officeDocument/2006/relationships/slide" Target="slides/slide31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ul Sarkar" userId="71db43f0-bfba-485f-96db-bcbe321ca22a" providerId="ADAL" clId="{600B9B96-9786-4AF1-B924-C4CD4F037620}"/>
    <pc:docChg chg="modSld">
      <pc:chgData name="Nurul Sarkar" userId="71db43f0-bfba-485f-96db-bcbe321ca22a" providerId="ADAL" clId="{600B9B96-9786-4AF1-B924-C4CD4F037620}" dt="2024-04-02T22:00:17.672" v="36" actId="207"/>
      <pc:docMkLst>
        <pc:docMk/>
      </pc:docMkLst>
      <pc:sldChg chg="modSp mod">
        <pc:chgData name="Nurul Sarkar" userId="71db43f0-bfba-485f-96db-bcbe321ca22a" providerId="ADAL" clId="{600B9B96-9786-4AF1-B924-C4CD4F037620}" dt="2024-04-02T21:46:19.825" v="4" actId="207"/>
        <pc:sldMkLst>
          <pc:docMk/>
          <pc:sldMk cId="2817942314" sldId="267"/>
        </pc:sldMkLst>
        <pc:spChg chg="mod">
          <ac:chgData name="Nurul Sarkar" userId="71db43f0-bfba-485f-96db-bcbe321ca22a" providerId="ADAL" clId="{600B9B96-9786-4AF1-B924-C4CD4F037620}" dt="2024-04-02T21:46:19.825" v="4" actId="207"/>
          <ac:spMkLst>
            <pc:docMk/>
            <pc:sldMk cId="2817942314" sldId="267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46:55.518" v="6" actId="20577"/>
        <pc:sldMkLst>
          <pc:docMk/>
          <pc:sldMk cId="559702708" sldId="268"/>
        </pc:sldMkLst>
        <pc:spChg chg="mod">
          <ac:chgData name="Nurul Sarkar" userId="71db43f0-bfba-485f-96db-bcbe321ca22a" providerId="ADAL" clId="{600B9B96-9786-4AF1-B924-C4CD4F037620}" dt="2024-04-02T21:46:55.518" v="6" actId="20577"/>
          <ac:spMkLst>
            <pc:docMk/>
            <pc:sldMk cId="559702708" sldId="268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49:19.077" v="9" actId="207"/>
        <pc:sldMkLst>
          <pc:docMk/>
          <pc:sldMk cId="3509280890" sldId="269"/>
        </pc:sldMkLst>
        <pc:spChg chg="mod">
          <ac:chgData name="Nurul Sarkar" userId="71db43f0-bfba-485f-96db-bcbe321ca22a" providerId="ADAL" clId="{600B9B96-9786-4AF1-B924-C4CD4F037620}" dt="2024-04-02T21:49:19.077" v="9" actId="207"/>
          <ac:spMkLst>
            <pc:docMk/>
            <pc:sldMk cId="3509280890" sldId="269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50:34.352" v="11" actId="207"/>
        <pc:sldMkLst>
          <pc:docMk/>
          <pc:sldMk cId="2872060398" sldId="270"/>
        </pc:sldMkLst>
        <pc:spChg chg="mod">
          <ac:chgData name="Nurul Sarkar" userId="71db43f0-bfba-485f-96db-bcbe321ca22a" providerId="ADAL" clId="{600B9B96-9786-4AF1-B924-C4CD4F037620}" dt="2024-04-02T21:50:34.352" v="11" actId="207"/>
          <ac:spMkLst>
            <pc:docMk/>
            <pc:sldMk cId="2872060398" sldId="270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51:05.357" v="14" actId="20577"/>
        <pc:sldMkLst>
          <pc:docMk/>
          <pc:sldMk cId="2709004885" sldId="272"/>
        </pc:sldMkLst>
        <pc:spChg chg="mod">
          <ac:chgData name="Nurul Sarkar" userId="71db43f0-bfba-485f-96db-bcbe321ca22a" providerId="ADAL" clId="{600B9B96-9786-4AF1-B924-C4CD4F037620}" dt="2024-04-02T21:51:05.357" v="14" actId="20577"/>
          <ac:spMkLst>
            <pc:docMk/>
            <pc:sldMk cId="2709004885" sldId="272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53:33.632" v="21" actId="207"/>
        <pc:sldMkLst>
          <pc:docMk/>
          <pc:sldMk cId="3256429587" sldId="273"/>
        </pc:sldMkLst>
        <pc:spChg chg="mod">
          <ac:chgData name="Nurul Sarkar" userId="71db43f0-bfba-485f-96db-bcbe321ca22a" providerId="ADAL" clId="{600B9B96-9786-4AF1-B924-C4CD4F037620}" dt="2024-04-02T21:53:33.632" v="21" actId="207"/>
          <ac:spMkLst>
            <pc:docMk/>
            <pc:sldMk cId="3256429587" sldId="273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53:55.109" v="23" actId="207"/>
        <pc:sldMkLst>
          <pc:docMk/>
          <pc:sldMk cId="150658797" sldId="274"/>
        </pc:sldMkLst>
        <pc:spChg chg="mod">
          <ac:chgData name="Nurul Sarkar" userId="71db43f0-bfba-485f-96db-bcbe321ca22a" providerId="ADAL" clId="{600B9B96-9786-4AF1-B924-C4CD4F037620}" dt="2024-04-02T21:53:55.109" v="23" actId="207"/>
          <ac:spMkLst>
            <pc:docMk/>
            <pc:sldMk cId="150658797" sldId="274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54:17.045" v="24" actId="207"/>
        <pc:sldMkLst>
          <pc:docMk/>
          <pc:sldMk cId="1988388440" sldId="275"/>
        </pc:sldMkLst>
        <pc:spChg chg="mod">
          <ac:chgData name="Nurul Sarkar" userId="71db43f0-bfba-485f-96db-bcbe321ca22a" providerId="ADAL" clId="{600B9B96-9786-4AF1-B924-C4CD4F037620}" dt="2024-04-02T21:54:17.045" v="24" actId="207"/>
          <ac:spMkLst>
            <pc:docMk/>
            <pc:sldMk cId="1988388440" sldId="275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55:05.510" v="25" actId="207"/>
        <pc:sldMkLst>
          <pc:docMk/>
          <pc:sldMk cId="3962780585" sldId="278"/>
        </pc:sldMkLst>
        <pc:spChg chg="mod">
          <ac:chgData name="Nurul Sarkar" userId="71db43f0-bfba-485f-96db-bcbe321ca22a" providerId="ADAL" clId="{600B9B96-9786-4AF1-B924-C4CD4F037620}" dt="2024-04-02T21:55:05.510" v="25" actId="207"/>
          <ac:spMkLst>
            <pc:docMk/>
            <pc:sldMk cId="3962780585" sldId="278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56:13.263" v="26" actId="207"/>
        <pc:sldMkLst>
          <pc:docMk/>
          <pc:sldMk cId="2381758002" sldId="282"/>
        </pc:sldMkLst>
        <pc:spChg chg="mod">
          <ac:chgData name="Nurul Sarkar" userId="71db43f0-bfba-485f-96db-bcbe321ca22a" providerId="ADAL" clId="{600B9B96-9786-4AF1-B924-C4CD4F037620}" dt="2024-04-02T21:56:13.263" v="26" actId="207"/>
          <ac:spMkLst>
            <pc:docMk/>
            <pc:sldMk cId="2381758002" sldId="282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57:36.506" v="29" actId="207"/>
        <pc:sldMkLst>
          <pc:docMk/>
          <pc:sldMk cId="3815825739" sldId="283"/>
        </pc:sldMkLst>
        <pc:spChg chg="mod">
          <ac:chgData name="Nurul Sarkar" userId="71db43f0-bfba-485f-96db-bcbe321ca22a" providerId="ADAL" clId="{600B9B96-9786-4AF1-B924-C4CD4F037620}" dt="2024-04-02T21:57:36.506" v="29" actId="207"/>
          <ac:spMkLst>
            <pc:docMk/>
            <pc:sldMk cId="3815825739" sldId="283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58:24.597" v="32" actId="20577"/>
        <pc:sldMkLst>
          <pc:docMk/>
          <pc:sldMk cId="4204388780" sldId="284"/>
        </pc:sldMkLst>
        <pc:spChg chg="mod">
          <ac:chgData name="Nurul Sarkar" userId="71db43f0-bfba-485f-96db-bcbe321ca22a" providerId="ADAL" clId="{600B9B96-9786-4AF1-B924-C4CD4F037620}" dt="2024-04-02T21:58:24.597" v="32" actId="20577"/>
          <ac:spMkLst>
            <pc:docMk/>
            <pc:sldMk cId="4204388780" sldId="284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59:34.172" v="34" actId="20577"/>
        <pc:sldMkLst>
          <pc:docMk/>
          <pc:sldMk cId="3544157792" sldId="288"/>
        </pc:sldMkLst>
        <pc:spChg chg="mod">
          <ac:chgData name="Nurul Sarkar" userId="71db43f0-bfba-485f-96db-bcbe321ca22a" providerId="ADAL" clId="{600B9B96-9786-4AF1-B924-C4CD4F037620}" dt="2024-04-02T21:59:34.172" v="34" actId="20577"/>
          <ac:spMkLst>
            <pc:docMk/>
            <pc:sldMk cId="3544157792" sldId="288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2:00:17.672" v="36" actId="207"/>
        <pc:sldMkLst>
          <pc:docMk/>
          <pc:sldMk cId="325630522" sldId="291"/>
        </pc:sldMkLst>
        <pc:spChg chg="mod">
          <ac:chgData name="Nurul Sarkar" userId="71db43f0-bfba-485f-96db-bcbe321ca22a" providerId="ADAL" clId="{600B9B96-9786-4AF1-B924-C4CD4F037620}" dt="2024-04-02T22:00:10.888" v="35" actId="255"/>
          <ac:spMkLst>
            <pc:docMk/>
            <pc:sldMk cId="325630522" sldId="291"/>
            <ac:spMk id="2" creationId="{00000000-0000-0000-0000-000000000000}"/>
          </ac:spMkLst>
        </pc:spChg>
        <pc:spChg chg="mod">
          <ac:chgData name="Nurul Sarkar" userId="71db43f0-bfba-485f-96db-bcbe321ca22a" providerId="ADAL" clId="{600B9B96-9786-4AF1-B924-C4CD4F037620}" dt="2024-04-02T22:00:17.672" v="36" actId="207"/>
          <ac:spMkLst>
            <pc:docMk/>
            <pc:sldMk cId="325630522" sldId="291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600B9B96-9786-4AF1-B924-C4CD4F037620}" dt="2024-04-02T21:45:18.921" v="0" actId="207"/>
        <pc:sldMkLst>
          <pc:docMk/>
          <pc:sldMk cId="2738741176" sldId="449"/>
        </pc:sldMkLst>
        <pc:spChg chg="mod">
          <ac:chgData name="Nurul Sarkar" userId="71db43f0-bfba-485f-96db-bcbe321ca22a" providerId="ADAL" clId="{600B9B96-9786-4AF1-B924-C4CD4F037620}" dt="2024-04-02T21:45:18.921" v="0" actId="207"/>
          <ac:spMkLst>
            <pc:docMk/>
            <pc:sldMk cId="2738741176" sldId="449"/>
            <ac:spMk id="6" creationId="{25850C0E-EE7D-6F01-11B0-F8B851819227}"/>
          </ac:spMkLst>
        </pc:spChg>
      </pc:sldChg>
    </pc:docChg>
  </pc:docChgLst>
  <pc:docChgLst>
    <pc:chgData name="Nurul Sarkar" userId="71db43f0-bfba-485f-96db-bcbe321ca22a" providerId="ADAL" clId="{12BF765F-C4D9-4DA6-8534-7EAD1B51C35E}"/>
    <pc:docChg chg="custSel modSld">
      <pc:chgData name="Nurul Sarkar" userId="71db43f0-bfba-485f-96db-bcbe321ca22a" providerId="ADAL" clId="{12BF765F-C4D9-4DA6-8534-7EAD1B51C35E}" dt="2024-02-27T09:10:22.680" v="187" actId="20577"/>
      <pc:docMkLst>
        <pc:docMk/>
      </pc:docMkLst>
      <pc:sldChg chg="modSp mod">
        <pc:chgData name="Nurul Sarkar" userId="71db43f0-bfba-485f-96db-bcbe321ca22a" providerId="ADAL" clId="{12BF765F-C4D9-4DA6-8534-7EAD1B51C35E}" dt="2024-02-27T09:10:22.680" v="187" actId="20577"/>
        <pc:sldMkLst>
          <pc:docMk/>
          <pc:sldMk cId="2607597976" sldId="257"/>
        </pc:sldMkLst>
        <pc:spChg chg="mod">
          <ac:chgData name="Nurul Sarkar" userId="71db43f0-bfba-485f-96db-bcbe321ca22a" providerId="ADAL" clId="{12BF765F-C4D9-4DA6-8534-7EAD1B51C35E}" dt="2024-02-27T09:10:22.680" v="187" actId="20577"/>
          <ac:spMkLst>
            <pc:docMk/>
            <pc:sldMk cId="2607597976" sldId="257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12BF765F-C4D9-4DA6-8534-7EAD1B51C35E}" dt="2024-02-06T05:11:49.720" v="162" actId="20577"/>
        <pc:sldMkLst>
          <pc:docMk/>
          <pc:sldMk cId="1681126866" sldId="258"/>
        </pc:sldMkLst>
        <pc:spChg chg="mod">
          <ac:chgData name="Nurul Sarkar" userId="71db43f0-bfba-485f-96db-bcbe321ca22a" providerId="ADAL" clId="{12BF765F-C4D9-4DA6-8534-7EAD1B51C35E}" dt="2024-02-06T05:11:49.720" v="162" actId="20577"/>
          <ac:spMkLst>
            <pc:docMk/>
            <pc:sldMk cId="1681126866" sldId="258"/>
            <ac:spMk id="9" creationId="{00000000-0000-0000-0000-000000000000}"/>
          </ac:spMkLst>
        </pc:spChg>
      </pc:sldChg>
      <pc:sldChg chg="modSp mod">
        <pc:chgData name="Nurul Sarkar" userId="71db43f0-bfba-485f-96db-bcbe321ca22a" providerId="ADAL" clId="{12BF765F-C4D9-4DA6-8534-7EAD1B51C35E}" dt="2024-02-06T05:14:30.351" v="170" actId="14100"/>
        <pc:sldMkLst>
          <pc:docMk/>
          <pc:sldMk cId="4041641321" sldId="265"/>
        </pc:sldMkLst>
        <pc:spChg chg="mod">
          <ac:chgData name="Nurul Sarkar" userId="71db43f0-bfba-485f-96db-bcbe321ca22a" providerId="ADAL" clId="{12BF765F-C4D9-4DA6-8534-7EAD1B51C35E}" dt="2024-02-06T05:14:20.873" v="167" actId="1076"/>
          <ac:spMkLst>
            <pc:docMk/>
            <pc:sldMk cId="4041641321" sldId="265"/>
            <ac:spMk id="3" creationId="{00000000-0000-0000-0000-000000000000}"/>
          </ac:spMkLst>
        </pc:spChg>
        <pc:picChg chg="mod">
          <ac:chgData name="Nurul Sarkar" userId="71db43f0-bfba-485f-96db-bcbe321ca22a" providerId="ADAL" clId="{12BF765F-C4D9-4DA6-8534-7EAD1B51C35E}" dt="2024-02-06T05:14:30.351" v="170" actId="14100"/>
          <ac:picMkLst>
            <pc:docMk/>
            <pc:sldMk cId="4041641321" sldId="265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12BF765F-C4D9-4DA6-8534-7EAD1B51C35E}" dt="2024-02-06T05:15:00.346" v="174" actId="14100"/>
        <pc:sldMkLst>
          <pc:docMk/>
          <pc:sldMk cId="2817942314" sldId="267"/>
        </pc:sldMkLst>
        <pc:spChg chg="mod">
          <ac:chgData name="Nurul Sarkar" userId="71db43f0-bfba-485f-96db-bcbe321ca22a" providerId="ADAL" clId="{12BF765F-C4D9-4DA6-8534-7EAD1B51C35E}" dt="2024-02-06T05:14:56.904" v="172" actId="1076"/>
          <ac:spMkLst>
            <pc:docMk/>
            <pc:sldMk cId="2817942314" sldId="267"/>
            <ac:spMk id="3" creationId="{00000000-0000-0000-0000-000000000000}"/>
          </ac:spMkLst>
        </pc:spChg>
        <pc:picChg chg="mod">
          <ac:chgData name="Nurul Sarkar" userId="71db43f0-bfba-485f-96db-bcbe321ca22a" providerId="ADAL" clId="{12BF765F-C4D9-4DA6-8534-7EAD1B51C35E}" dt="2024-02-06T05:15:00.346" v="174" actId="14100"/>
          <ac:picMkLst>
            <pc:docMk/>
            <pc:sldMk cId="2817942314" sldId="267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12BF765F-C4D9-4DA6-8534-7EAD1B51C35E}" dt="2024-02-06T05:15:17.526" v="175" actId="1076"/>
        <pc:sldMkLst>
          <pc:docMk/>
          <pc:sldMk cId="559702708" sldId="268"/>
        </pc:sldMkLst>
        <pc:picChg chg="mod">
          <ac:chgData name="Nurul Sarkar" userId="71db43f0-bfba-485f-96db-bcbe321ca22a" providerId="ADAL" clId="{12BF765F-C4D9-4DA6-8534-7EAD1B51C35E}" dt="2024-02-06T05:15:17.526" v="175" actId="1076"/>
          <ac:picMkLst>
            <pc:docMk/>
            <pc:sldMk cId="559702708" sldId="268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12BF765F-C4D9-4DA6-8534-7EAD1B51C35E}" dt="2024-02-06T05:15:28.709" v="176" actId="20577"/>
        <pc:sldMkLst>
          <pc:docMk/>
          <pc:sldMk cId="2709004885" sldId="272"/>
        </pc:sldMkLst>
        <pc:spChg chg="mod">
          <ac:chgData name="Nurul Sarkar" userId="71db43f0-bfba-485f-96db-bcbe321ca22a" providerId="ADAL" clId="{12BF765F-C4D9-4DA6-8534-7EAD1B51C35E}" dt="2024-02-06T05:15:28.709" v="176" actId="20577"/>
          <ac:spMkLst>
            <pc:docMk/>
            <pc:sldMk cId="2709004885" sldId="272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12BF765F-C4D9-4DA6-8534-7EAD1B51C35E}" dt="2024-02-06T05:16:18.618" v="179" actId="1076"/>
        <pc:sldMkLst>
          <pc:docMk/>
          <pc:sldMk cId="2381758002" sldId="282"/>
        </pc:sldMkLst>
        <pc:spChg chg="mod">
          <ac:chgData name="Nurul Sarkar" userId="71db43f0-bfba-485f-96db-bcbe321ca22a" providerId="ADAL" clId="{12BF765F-C4D9-4DA6-8534-7EAD1B51C35E}" dt="2024-02-06T05:16:16.228" v="178" actId="1076"/>
          <ac:spMkLst>
            <pc:docMk/>
            <pc:sldMk cId="2381758002" sldId="282"/>
            <ac:spMk id="3" creationId="{00000000-0000-0000-0000-000000000000}"/>
          </ac:spMkLst>
        </pc:spChg>
        <pc:picChg chg="mod">
          <ac:chgData name="Nurul Sarkar" userId="71db43f0-bfba-485f-96db-bcbe321ca22a" providerId="ADAL" clId="{12BF765F-C4D9-4DA6-8534-7EAD1B51C35E}" dt="2024-02-06T05:16:18.618" v="179" actId="1076"/>
          <ac:picMkLst>
            <pc:docMk/>
            <pc:sldMk cId="2381758002" sldId="282"/>
            <ac:picMk id="6" creationId="{00000000-0000-0000-0000-000000000000}"/>
          </ac:picMkLst>
        </pc:picChg>
      </pc:sldChg>
    </pc:docChg>
  </pc:docChgLst>
  <pc:docChgLst>
    <pc:chgData name="Nurul Sarkar" userId="71db43f0-bfba-485f-96db-bcbe321ca22a" providerId="ADAL" clId="{50418162-3FBC-4531-831B-9DE20DBD43E8}"/>
    <pc:docChg chg="custSel addSld delSld modSld modNotesMaster">
      <pc:chgData name="Nurul Sarkar" userId="71db43f0-bfba-485f-96db-bcbe321ca22a" providerId="ADAL" clId="{50418162-3FBC-4531-831B-9DE20DBD43E8}" dt="2024-03-09T00:42:05.937" v="661" actId="207"/>
      <pc:docMkLst>
        <pc:docMk/>
      </pc:docMkLst>
      <pc:sldChg chg="modSp mod">
        <pc:chgData name="Nurul Sarkar" userId="71db43f0-bfba-485f-96db-bcbe321ca22a" providerId="ADAL" clId="{50418162-3FBC-4531-831B-9DE20DBD43E8}" dt="2024-03-08T00:21:55.631" v="578" actId="20577"/>
        <pc:sldMkLst>
          <pc:docMk/>
          <pc:sldMk cId="2607597976" sldId="257"/>
        </pc:sldMkLst>
        <pc:spChg chg="mod">
          <ac:chgData name="Nurul Sarkar" userId="71db43f0-bfba-485f-96db-bcbe321ca22a" providerId="ADAL" clId="{50418162-3FBC-4531-831B-9DE20DBD43E8}" dt="2024-02-27T21:06:01.260" v="307" actId="255"/>
          <ac:spMkLst>
            <pc:docMk/>
            <pc:sldMk cId="2607597976" sldId="257"/>
            <ac:spMk id="7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3-08T00:21:55.631" v="578" actId="20577"/>
          <ac:spMkLst>
            <pc:docMk/>
            <pc:sldMk cId="2607597976" sldId="257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07:10.315" v="310" actId="207"/>
        <pc:sldMkLst>
          <pc:docMk/>
          <pc:sldMk cId="1681126866" sldId="258"/>
        </pc:sldMkLst>
        <pc:spChg chg="mod">
          <ac:chgData name="Nurul Sarkar" userId="71db43f0-bfba-485f-96db-bcbe321ca22a" providerId="ADAL" clId="{50418162-3FBC-4531-831B-9DE20DBD43E8}" dt="2024-02-27T21:06:16.127" v="308" actId="207"/>
          <ac:spMkLst>
            <pc:docMk/>
            <pc:sldMk cId="1681126866" sldId="258"/>
            <ac:spMk id="8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07:10.315" v="310" actId="207"/>
          <ac:spMkLst>
            <pc:docMk/>
            <pc:sldMk cId="1681126866" sldId="258"/>
            <ac:spMk id="9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07:24.478" v="311" actId="207"/>
        <pc:sldMkLst>
          <pc:docMk/>
          <pc:sldMk cId="962209476" sldId="259"/>
        </pc:sldMkLst>
        <pc:spChg chg="mod">
          <ac:chgData name="Nurul Sarkar" userId="71db43f0-bfba-485f-96db-bcbe321ca22a" providerId="ADAL" clId="{50418162-3FBC-4531-831B-9DE20DBD43E8}" dt="2024-02-27T09:51:06.411" v="53" actId="255"/>
          <ac:spMkLst>
            <pc:docMk/>
            <pc:sldMk cId="962209476" sldId="259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07:24.478" v="311" actId="207"/>
          <ac:spMkLst>
            <pc:docMk/>
            <pc:sldMk cId="962209476" sldId="259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07:45.112" v="312" actId="207"/>
        <pc:sldMkLst>
          <pc:docMk/>
          <pc:sldMk cId="663881695" sldId="260"/>
        </pc:sldMkLst>
        <pc:spChg chg="mod">
          <ac:chgData name="Nurul Sarkar" userId="71db43f0-bfba-485f-96db-bcbe321ca22a" providerId="ADAL" clId="{50418162-3FBC-4531-831B-9DE20DBD43E8}" dt="2024-02-27T09:52:12.525" v="60" actId="1076"/>
          <ac:spMkLst>
            <pc:docMk/>
            <pc:sldMk cId="663881695" sldId="260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07:45.112" v="312" actId="207"/>
          <ac:spMkLst>
            <pc:docMk/>
            <pc:sldMk cId="663881695" sldId="260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09:53:07.143" v="65" actId="14100"/>
        <pc:sldMkLst>
          <pc:docMk/>
          <pc:sldMk cId="566878988" sldId="261"/>
        </pc:sldMkLst>
        <pc:spChg chg="mod">
          <ac:chgData name="Nurul Sarkar" userId="71db43f0-bfba-485f-96db-bcbe321ca22a" providerId="ADAL" clId="{50418162-3FBC-4531-831B-9DE20DBD43E8}" dt="2024-02-27T09:39:28.574" v="25" actId="207"/>
          <ac:spMkLst>
            <pc:docMk/>
            <pc:sldMk cId="566878988" sldId="261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09:53:07.143" v="65" actId="14100"/>
          <ac:spMkLst>
            <pc:docMk/>
            <pc:sldMk cId="566878988" sldId="261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09:03.100" v="315" actId="14100"/>
        <pc:sldMkLst>
          <pc:docMk/>
          <pc:sldMk cId="2235208477" sldId="262"/>
        </pc:sldMkLst>
        <pc:picChg chg="mod">
          <ac:chgData name="Nurul Sarkar" userId="71db43f0-bfba-485f-96db-bcbe321ca22a" providerId="ADAL" clId="{50418162-3FBC-4531-831B-9DE20DBD43E8}" dt="2024-02-27T21:09:03.100" v="315" actId="14100"/>
          <ac:picMkLst>
            <pc:docMk/>
            <pc:sldMk cId="2235208477" sldId="262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50418162-3FBC-4531-831B-9DE20DBD43E8}" dt="2024-02-27T21:09:52.360" v="319" actId="207"/>
        <pc:sldMkLst>
          <pc:docMk/>
          <pc:sldMk cId="4252952847" sldId="263"/>
        </pc:sldMkLst>
        <pc:spChg chg="mod">
          <ac:chgData name="Nurul Sarkar" userId="71db43f0-bfba-485f-96db-bcbe321ca22a" providerId="ADAL" clId="{50418162-3FBC-4531-831B-9DE20DBD43E8}" dt="2024-02-27T09:50:51.003" v="50" actId="207"/>
          <ac:spMkLst>
            <pc:docMk/>
            <pc:sldMk cId="4252952847" sldId="263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09:52.360" v="319" actId="207"/>
          <ac:spMkLst>
            <pc:docMk/>
            <pc:sldMk cId="4252952847" sldId="263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10:00.691" v="320" actId="14100"/>
        <pc:sldMkLst>
          <pc:docMk/>
          <pc:sldMk cId="2521908304" sldId="264"/>
        </pc:sldMkLst>
        <pc:spChg chg="mod">
          <ac:chgData name="Nurul Sarkar" userId="71db43f0-bfba-485f-96db-bcbe321ca22a" providerId="ADAL" clId="{50418162-3FBC-4531-831B-9DE20DBD43E8}" dt="2024-02-27T09:50:43.628" v="49" actId="207"/>
          <ac:spMkLst>
            <pc:docMk/>
            <pc:sldMk cId="2521908304" sldId="264"/>
            <ac:spMk id="2" creationId="{00000000-0000-0000-0000-000000000000}"/>
          </ac:spMkLst>
        </pc:spChg>
        <pc:picChg chg="mod">
          <ac:chgData name="Nurul Sarkar" userId="71db43f0-bfba-485f-96db-bcbe321ca22a" providerId="ADAL" clId="{50418162-3FBC-4531-831B-9DE20DBD43E8}" dt="2024-02-27T21:10:00.691" v="320" actId="14100"/>
          <ac:picMkLst>
            <pc:docMk/>
            <pc:sldMk cId="2521908304" sldId="264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50418162-3FBC-4531-831B-9DE20DBD43E8}" dt="2024-02-27T21:10:34.560" v="326" actId="207"/>
        <pc:sldMkLst>
          <pc:docMk/>
          <pc:sldMk cId="4041641321" sldId="265"/>
        </pc:sldMkLst>
        <pc:spChg chg="mod">
          <ac:chgData name="Nurul Sarkar" userId="71db43f0-bfba-485f-96db-bcbe321ca22a" providerId="ADAL" clId="{50418162-3FBC-4531-831B-9DE20DBD43E8}" dt="2024-02-27T09:53:20.497" v="66" actId="207"/>
          <ac:spMkLst>
            <pc:docMk/>
            <pc:sldMk cId="4041641321" sldId="265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10:34.560" v="326" actId="207"/>
          <ac:spMkLst>
            <pc:docMk/>
            <pc:sldMk cId="4041641321" sldId="265"/>
            <ac:spMk id="3" creationId="{00000000-0000-0000-0000-000000000000}"/>
          </ac:spMkLst>
        </pc:spChg>
        <pc:picChg chg="mod">
          <ac:chgData name="Nurul Sarkar" userId="71db43f0-bfba-485f-96db-bcbe321ca22a" providerId="ADAL" clId="{50418162-3FBC-4531-831B-9DE20DBD43E8}" dt="2024-02-27T09:43:52.290" v="31" actId="14100"/>
          <ac:picMkLst>
            <pc:docMk/>
            <pc:sldMk cId="4041641321" sldId="265"/>
            <ac:picMk id="6" creationId="{00000000-0000-0000-0000-000000000000}"/>
          </ac:picMkLst>
        </pc:picChg>
      </pc:sldChg>
      <pc:sldChg chg="addSp modSp del mod">
        <pc:chgData name="Nurul Sarkar" userId="71db43f0-bfba-485f-96db-bcbe321ca22a" providerId="ADAL" clId="{50418162-3FBC-4531-831B-9DE20DBD43E8}" dt="2024-03-09T00:34:15.137" v="592" actId="47"/>
        <pc:sldMkLst>
          <pc:docMk/>
          <pc:sldMk cId="458463704" sldId="266"/>
        </pc:sldMkLst>
        <pc:spChg chg="mod">
          <ac:chgData name="Nurul Sarkar" userId="71db43f0-bfba-485f-96db-bcbe321ca22a" providerId="ADAL" clId="{50418162-3FBC-4531-831B-9DE20DBD43E8}" dt="2024-02-27T21:11:05.166" v="329" actId="1076"/>
          <ac:spMkLst>
            <pc:docMk/>
            <pc:sldMk cId="458463704" sldId="266"/>
            <ac:spMk id="2" creationId="{00000000-0000-0000-0000-000000000000}"/>
          </ac:spMkLst>
        </pc:spChg>
        <pc:picChg chg="add mod">
          <ac:chgData name="Nurul Sarkar" userId="71db43f0-bfba-485f-96db-bcbe321ca22a" providerId="ADAL" clId="{50418162-3FBC-4531-831B-9DE20DBD43E8}" dt="2024-02-27T21:15:29.067" v="339" actId="14100"/>
          <ac:picMkLst>
            <pc:docMk/>
            <pc:sldMk cId="458463704" sldId="266"/>
            <ac:picMk id="3" creationId="{5A4DDDF8-39E2-644B-3865-D348F8DA0E16}"/>
          </ac:picMkLst>
        </pc:picChg>
        <pc:picChg chg="mod">
          <ac:chgData name="Nurul Sarkar" userId="71db43f0-bfba-485f-96db-bcbe321ca22a" providerId="ADAL" clId="{50418162-3FBC-4531-831B-9DE20DBD43E8}" dt="2024-02-27T21:15:25.862" v="338" actId="14100"/>
          <ac:picMkLst>
            <pc:docMk/>
            <pc:sldMk cId="458463704" sldId="266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50418162-3FBC-4531-831B-9DE20DBD43E8}" dt="2024-03-09T00:39:14.778" v="642" actId="14100"/>
        <pc:sldMkLst>
          <pc:docMk/>
          <pc:sldMk cId="2817942314" sldId="267"/>
        </pc:sldMkLst>
        <pc:spChg chg="mod">
          <ac:chgData name="Nurul Sarkar" userId="71db43f0-bfba-485f-96db-bcbe321ca22a" providerId="ADAL" clId="{50418162-3FBC-4531-831B-9DE20DBD43E8}" dt="2024-02-27T09:50:25.708" v="47" actId="14100"/>
          <ac:spMkLst>
            <pc:docMk/>
            <pc:sldMk cId="2817942314" sldId="267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3-09T00:39:10.309" v="641" actId="27636"/>
          <ac:spMkLst>
            <pc:docMk/>
            <pc:sldMk cId="2817942314" sldId="267"/>
            <ac:spMk id="3" creationId="{00000000-0000-0000-0000-000000000000}"/>
          </ac:spMkLst>
        </pc:spChg>
        <pc:picChg chg="mod">
          <ac:chgData name="Nurul Sarkar" userId="71db43f0-bfba-485f-96db-bcbe321ca22a" providerId="ADAL" clId="{50418162-3FBC-4531-831B-9DE20DBD43E8}" dt="2024-03-09T00:39:14.778" v="642" actId="14100"/>
          <ac:picMkLst>
            <pc:docMk/>
            <pc:sldMk cId="2817942314" sldId="267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50418162-3FBC-4531-831B-9DE20DBD43E8}" dt="2024-03-09T00:40:55.700" v="660" actId="207"/>
        <pc:sldMkLst>
          <pc:docMk/>
          <pc:sldMk cId="559702708" sldId="268"/>
        </pc:sldMkLst>
        <pc:spChg chg="mod">
          <ac:chgData name="Nurul Sarkar" userId="71db43f0-bfba-485f-96db-bcbe321ca22a" providerId="ADAL" clId="{50418162-3FBC-4531-831B-9DE20DBD43E8}" dt="2024-03-09T00:40:44.106" v="658" actId="1076"/>
          <ac:spMkLst>
            <pc:docMk/>
            <pc:sldMk cId="559702708" sldId="268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3-09T00:40:55.700" v="660" actId="207"/>
          <ac:spMkLst>
            <pc:docMk/>
            <pc:sldMk cId="559702708" sldId="268"/>
            <ac:spMk id="3" creationId="{00000000-0000-0000-0000-000000000000}"/>
          </ac:spMkLst>
        </pc:spChg>
        <pc:picChg chg="mod">
          <ac:chgData name="Nurul Sarkar" userId="71db43f0-bfba-485f-96db-bcbe321ca22a" providerId="ADAL" clId="{50418162-3FBC-4531-831B-9DE20DBD43E8}" dt="2024-03-09T00:40:21.423" v="655" actId="1076"/>
          <ac:picMkLst>
            <pc:docMk/>
            <pc:sldMk cId="559702708" sldId="268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50418162-3FBC-4531-831B-9DE20DBD43E8}" dt="2024-03-09T00:42:05.937" v="661" actId="207"/>
        <pc:sldMkLst>
          <pc:docMk/>
          <pc:sldMk cId="3509280890" sldId="269"/>
        </pc:sldMkLst>
        <pc:spChg chg="mod">
          <ac:chgData name="Nurul Sarkar" userId="71db43f0-bfba-485f-96db-bcbe321ca22a" providerId="ADAL" clId="{50418162-3FBC-4531-831B-9DE20DBD43E8}" dt="2024-02-27T09:56:04.221" v="84" actId="1076"/>
          <ac:spMkLst>
            <pc:docMk/>
            <pc:sldMk cId="3509280890" sldId="269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3-09T00:42:05.937" v="661" actId="207"/>
          <ac:spMkLst>
            <pc:docMk/>
            <pc:sldMk cId="3509280890" sldId="269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25:19.273" v="346" actId="20577"/>
        <pc:sldMkLst>
          <pc:docMk/>
          <pc:sldMk cId="2872060398" sldId="270"/>
        </pc:sldMkLst>
        <pc:spChg chg="mod">
          <ac:chgData name="Nurul Sarkar" userId="71db43f0-bfba-485f-96db-bcbe321ca22a" providerId="ADAL" clId="{50418162-3FBC-4531-831B-9DE20DBD43E8}" dt="2024-02-27T09:59:49.429" v="87" actId="207"/>
          <ac:spMkLst>
            <pc:docMk/>
            <pc:sldMk cId="2872060398" sldId="270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25:19.273" v="346" actId="20577"/>
          <ac:spMkLst>
            <pc:docMk/>
            <pc:sldMk cId="2872060398" sldId="270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10:05:35.974" v="118" actId="1076"/>
        <pc:sldMkLst>
          <pc:docMk/>
          <pc:sldMk cId="470841905" sldId="271"/>
        </pc:sldMkLst>
        <pc:spChg chg="mod">
          <ac:chgData name="Nurul Sarkar" userId="71db43f0-bfba-485f-96db-bcbe321ca22a" providerId="ADAL" clId="{50418162-3FBC-4531-831B-9DE20DBD43E8}" dt="2024-02-27T10:05:35.974" v="118" actId="1076"/>
          <ac:spMkLst>
            <pc:docMk/>
            <pc:sldMk cId="470841905" sldId="271"/>
            <ac:spMk id="2" creationId="{00000000-0000-0000-0000-000000000000}"/>
          </ac:spMkLst>
        </pc:spChg>
        <pc:picChg chg="mod">
          <ac:chgData name="Nurul Sarkar" userId="71db43f0-bfba-485f-96db-bcbe321ca22a" providerId="ADAL" clId="{50418162-3FBC-4531-831B-9DE20DBD43E8}" dt="2024-02-27T10:05:30.798" v="117" actId="14100"/>
          <ac:picMkLst>
            <pc:docMk/>
            <pc:sldMk cId="470841905" sldId="271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50418162-3FBC-4531-831B-9DE20DBD43E8}" dt="2024-02-27T10:01:17.533" v="104" actId="207"/>
        <pc:sldMkLst>
          <pc:docMk/>
          <pc:sldMk cId="2709004885" sldId="272"/>
        </pc:sldMkLst>
        <pc:spChg chg="mod">
          <ac:chgData name="Nurul Sarkar" userId="71db43f0-bfba-485f-96db-bcbe321ca22a" providerId="ADAL" clId="{50418162-3FBC-4531-831B-9DE20DBD43E8}" dt="2024-02-27T10:01:07.480" v="103" actId="207"/>
          <ac:spMkLst>
            <pc:docMk/>
            <pc:sldMk cId="2709004885" sldId="272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10:01:17.533" v="104" actId="207"/>
          <ac:spMkLst>
            <pc:docMk/>
            <pc:sldMk cId="2709004885" sldId="272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10:06:48.653" v="130" actId="207"/>
        <pc:sldMkLst>
          <pc:docMk/>
          <pc:sldMk cId="3256429587" sldId="273"/>
        </pc:sldMkLst>
        <pc:spChg chg="mod">
          <ac:chgData name="Nurul Sarkar" userId="71db43f0-bfba-485f-96db-bcbe321ca22a" providerId="ADAL" clId="{50418162-3FBC-4531-831B-9DE20DBD43E8}" dt="2024-02-27T10:06:01.402" v="122" actId="1076"/>
          <ac:spMkLst>
            <pc:docMk/>
            <pc:sldMk cId="3256429587" sldId="273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10:06:48.653" v="130" actId="207"/>
          <ac:spMkLst>
            <pc:docMk/>
            <pc:sldMk cId="3256429587" sldId="273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27:00.022" v="351" actId="20577"/>
        <pc:sldMkLst>
          <pc:docMk/>
          <pc:sldMk cId="150658797" sldId="274"/>
        </pc:sldMkLst>
        <pc:spChg chg="mod">
          <ac:chgData name="Nurul Sarkar" userId="71db43f0-bfba-485f-96db-bcbe321ca22a" providerId="ADAL" clId="{50418162-3FBC-4531-831B-9DE20DBD43E8}" dt="2024-02-27T21:26:37.955" v="350" actId="20577"/>
          <ac:spMkLst>
            <pc:docMk/>
            <pc:sldMk cId="150658797" sldId="274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27:00.022" v="351" actId="20577"/>
          <ac:spMkLst>
            <pc:docMk/>
            <pc:sldMk cId="150658797" sldId="274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27:32.324" v="353" actId="207"/>
        <pc:sldMkLst>
          <pc:docMk/>
          <pc:sldMk cId="1988388440" sldId="275"/>
        </pc:sldMkLst>
        <pc:spChg chg="mod">
          <ac:chgData name="Nurul Sarkar" userId="71db43f0-bfba-485f-96db-bcbe321ca22a" providerId="ADAL" clId="{50418162-3FBC-4531-831B-9DE20DBD43E8}" dt="2024-02-27T10:08:56.177" v="138" actId="207"/>
          <ac:spMkLst>
            <pc:docMk/>
            <pc:sldMk cId="1988388440" sldId="275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27:32.324" v="353" actId="207"/>
          <ac:spMkLst>
            <pc:docMk/>
            <pc:sldMk cId="1988388440" sldId="275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28:43.463" v="367" actId="255"/>
        <pc:sldMkLst>
          <pc:docMk/>
          <pc:sldMk cId="2835319241" sldId="276"/>
        </pc:sldMkLst>
        <pc:spChg chg="mod">
          <ac:chgData name="Nurul Sarkar" userId="71db43f0-bfba-485f-96db-bcbe321ca22a" providerId="ADAL" clId="{50418162-3FBC-4531-831B-9DE20DBD43E8}" dt="2024-02-27T21:28:31.788" v="364" actId="1076"/>
          <ac:spMkLst>
            <pc:docMk/>
            <pc:sldMk cId="2835319241" sldId="276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28:43.463" v="367" actId="255"/>
          <ac:spMkLst>
            <pc:docMk/>
            <pc:sldMk cId="2835319241" sldId="276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32:27.238" v="379" actId="207"/>
        <pc:sldMkLst>
          <pc:docMk/>
          <pc:sldMk cId="926534966" sldId="277"/>
        </pc:sldMkLst>
        <pc:spChg chg="mod">
          <ac:chgData name="Nurul Sarkar" userId="71db43f0-bfba-485f-96db-bcbe321ca22a" providerId="ADAL" clId="{50418162-3FBC-4531-831B-9DE20DBD43E8}" dt="2024-02-27T21:29:04.557" v="371" actId="1076"/>
          <ac:spMkLst>
            <pc:docMk/>
            <pc:sldMk cId="926534966" sldId="277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32:27.238" v="379" actId="207"/>
          <ac:spMkLst>
            <pc:docMk/>
            <pc:sldMk cId="926534966" sldId="277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33:07.274" v="382" actId="207"/>
        <pc:sldMkLst>
          <pc:docMk/>
          <pc:sldMk cId="3962780585" sldId="278"/>
        </pc:sldMkLst>
        <pc:spChg chg="mod">
          <ac:chgData name="Nurul Sarkar" userId="71db43f0-bfba-485f-96db-bcbe321ca22a" providerId="ADAL" clId="{50418162-3FBC-4531-831B-9DE20DBD43E8}" dt="2024-02-27T10:12:03.844" v="167" actId="207"/>
          <ac:spMkLst>
            <pc:docMk/>
            <pc:sldMk cId="3962780585" sldId="278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33:07.274" v="382" actId="207"/>
          <ac:spMkLst>
            <pc:docMk/>
            <pc:sldMk cId="3962780585" sldId="278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34:32.748" v="395" actId="14100"/>
        <pc:sldMkLst>
          <pc:docMk/>
          <pc:sldMk cId="3252815124" sldId="279"/>
        </pc:sldMkLst>
        <pc:spChg chg="mod">
          <ac:chgData name="Nurul Sarkar" userId="71db43f0-bfba-485f-96db-bcbe321ca22a" providerId="ADAL" clId="{50418162-3FBC-4531-831B-9DE20DBD43E8}" dt="2024-02-27T21:33:26.607" v="388" actId="1076"/>
          <ac:spMkLst>
            <pc:docMk/>
            <pc:sldMk cId="3252815124" sldId="279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34:32.748" v="395" actId="14100"/>
          <ac:spMkLst>
            <pc:docMk/>
            <pc:sldMk cId="3252815124" sldId="279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10:14:31.347" v="183" actId="207"/>
        <pc:sldMkLst>
          <pc:docMk/>
          <pc:sldMk cId="2544267400" sldId="280"/>
        </pc:sldMkLst>
        <pc:spChg chg="mod">
          <ac:chgData name="Nurul Sarkar" userId="71db43f0-bfba-485f-96db-bcbe321ca22a" providerId="ADAL" clId="{50418162-3FBC-4531-831B-9DE20DBD43E8}" dt="2024-02-27T10:13:13.935" v="178" actId="27636"/>
          <ac:spMkLst>
            <pc:docMk/>
            <pc:sldMk cId="2544267400" sldId="280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10:14:31.347" v="183" actId="207"/>
          <ac:spMkLst>
            <pc:docMk/>
            <pc:sldMk cId="2544267400" sldId="280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35:10.228" v="399" actId="1076"/>
        <pc:sldMkLst>
          <pc:docMk/>
          <pc:sldMk cId="1691728743" sldId="281"/>
        </pc:sldMkLst>
        <pc:spChg chg="mod">
          <ac:chgData name="Nurul Sarkar" userId="71db43f0-bfba-485f-96db-bcbe321ca22a" providerId="ADAL" clId="{50418162-3FBC-4531-831B-9DE20DBD43E8}" dt="2024-02-27T21:35:04.180" v="398" actId="1076"/>
          <ac:spMkLst>
            <pc:docMk/>
            <pc:sldMk cId="1691728743" sldId="281"/>
            <ac:spMk id="2" creationId="{00000000-0000-0000-0000-000000000000}"/>
          </ac:spMkLst>
        </pc:spChg>
        <pc:picChg chg="mod">
          <ac:chgData name="Nurul Sarkar" userId="71db43f0-bfba-485f-96db-bcbe321ca22a" providerId="ADAL" clId="{50418162-3FBC-4531-831B-9DE20DBD43E8}" dt="2024-02-27T21:35:10.228" v="399" actId="1076"/>
          <ac:picMkLst>
            <pc:docMk/>
            <pc:sldMk cId="1691728743" sldId="281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50418162-3FBC-4531-831B-9DE20DBD43E8}" dt="2024-02-27T21:38:24.510" v="416" actId="20577"/>
        <pc:sldMkLst>
          <pc:docMk/>
          <pc:sldMk cId="2381758002" sldId="282"/>
        </pc:sldMkLst>
        <pc:spChg chg="mod">
          <ac:chgData name="Nurul Sarkar" userId="71db43f0-bfba-485f-96db-bcbe321ca22a" providerId="ADAL" clId="{50418162-3FBC-4531-831B-9DE20DBD43E8}" dt="2024-02-27T21:38:24.510" v="416" actId="20577"/>
          <ac:spMkLst>
            <pc:docMk/>
            <pc:sldMk cId="2381758002" sldId="282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37:03.663" v="410" actId="1076"/>
          <ac:spMkLst>
            <pc:docMk/>
            <pc:sldMk cId="2381758002" sldId="282"/>
            <ac:spMk id="3" creationId="{00000000-0000-0000-0000-000000000000}"/>
          </ac:spMkLst>
        </pc:spChg>
        <pc:picChg chg="mod">
          <ac:chgData name="Nurul Sarkar" userId="71db43f0-bfba-485f-96db-bcbe321ca22a" providerId="ADAL" clId="{50418162-3FBC-4531-831B-9DE20DBD43E8}" dt="2024-02-27T21:36:29.271" v="409" actId="14100"/>
          <ac:picMkLst>
            <pc:docMk/>
            <pc:sldMk cId="2381758002" sldId="282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50418162-3FBC-4531-831B-9DE20DBD43E8}" dt="2024-02-27T21:38:10.111" v="415" actId="14100"/>
        <pc:sldMkLst>
          <pc:docMk/>
          <pc:sldMk cId="3815825739" sldId="283"/>
        </pc:sldMkLst>
        <pc:spChg chg="mod">
          <ac:chgData name="Nurul Sarkar" userId="71db43f0-bfba-485f-96db-bcbe321ca22a" providerId="ADAL" clId="{50418162-3FBC-4531-831B-9DE20DBD43E8}" dt="2024-02-27T10:24:01.549" v="225" actId="255"/>
          <ac:spMkLst>
            <pc:docMk/>
            <pc:sldMk cId="3815825739" sldId="283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37:59.847" v="414" actId="14100"/>
          <ac:spMkLst>
            <pc:docMk/>
            <pc:sldMk cId="3815825739" sldId="283"/>
            <ac:spMk id="3" creationId="{00000000-0000-0000-0000-000000000000}"/>
          </ac:spMkLst>
        </pc:spChg>
        <pc:picChg chg="mod">
          <ac:chgData name="Nurul Sarkar" userId="71db43f0-bfba-485f-96db-bcbe321ca22a" providerId="ADAL" clId="{50418162-3FBC-4531-831B-9DE20DBD43E8}" dt="2024-02-27T21:38:10.111" v="415" actId="14100"/>
          <ac:picMkLst>
            <pc:docMk/>
            <pc:sldMk cId="3815825739" sldId="283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50418162-3FBC-4531-831B-9DE20DBD43E8}" dt="2024-02-27T21:47:42.515" v="427" actId="1076"/>
        <pc:sldMkLst>
          <pc:docMk/>
          <pc:sldMk cId="4204388780" sldId="284"/>
        </pc:sldMkLst>
        <pc:spChg chg="mod">
          <ac:chgData name="Nurul Sarkar" userId="71db43f0-bfba-485f-96db-bcbe321ca22a" providerId="ADAL" clId="{50418162-3FBC-4531-831B-9DE20DBD43E8}" dt="2024-02-27T10:29:05.350" v="267" actId="255"/>
          <ac:spMkLst>
            <pc:docMk/>
            <pc:sldMk cId="4204388780" sldId="284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47:37.354" v="425" actId="14100"/>
          <ac:spMkLst>
            <pc:docMk/>
            <pc:sldMk cId="4204388780" sldId="284"/>
            <ac:spMk id="3" creationId="{00000000-0000-0000-0000-000000000000}"/>
          </ac:spMkLst>
        </pc:spChg>
        <pc:picChg chg="mod">
          <ac:chgData name="Nurul Sarkar" userId="71db43f0-bfba-485f-96db-bcbe321ca22a" providerId="ADAL" clId="{50418162-3FBC-4531-831B-9DE20DBD43E8}" dt="2024-02-27T21:47:42.515" v="427" actId="1076"/>
          <ac:picMkLst>
            <pc:docMk/>
            <pc:sldMk cId="4204388780" sldId="284"/>
            <ac:picMk id="6" creationId="{00000000-0000-0000-0000-000000000000}"/>
          </ac:picMkLst>
        </pc:picChg>
      </pc:sldChg>
      <pc:sldChg chg="addSp modSp mod">
        <pc:chgData name="Nurul Sarkar" userId="71db43f0-bfba-485f-96db-bcbe321ca22a" providerId="ADAL" clId="{50418162-3FBC-4531-831B-9DE20DBD43E8}" dt="2024-02-27T21:51:26.423" v="444" actId="14100"/>
        <pc:sldMkLst>
          <pc:docMk/>
          <pc:sldMk cId="3592768427" sldId="285"/>
        </pc:sldMkLst>
        <pc:spChg chg="mod">
          <ac:chgData name="Nurul Sarkar" userId="71db43f0-bfba-485f-96db-bcbe321ca22a" providerId="ADAL" clId="{50418162-3FBC-4531-831B-9DE20DBD43E8}" dt="2024-02-27T10:29:14.308" v="268" actId="255"/>
          <ac:spMkLst>
            <pc:docMk/>
            <pc:sldMk cId="3592768427" sldId="285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49:38.173" v="433" actId="1076"/>
          <ac:spMkLst>
            <pc:docMk/>
            <pc:sldMk cId="3592768427" sldId="285"/>
            <ac:spMk id="3" creationId="{00000000-0000-0000-0000-000000000000}"/>
          </ac:spMkLst>
        </pc:spChg>
        <pc:spChg chg="add mod">
          <ac:chgData name="Nurul Sarkar" userId="71db43f0-bfba-485f-96db-bcbe321ca22a" providerId="ADAL" clId="{50418162-3FBC-4531-831B-9DE20DBD43E8}" dt="2024-02-27T21:51:26.423" v="444" actId="14100"/>
          <ac:spMkLst>
            <pc:docMk/>
            <pc:sldMk cId="3592768427" sldId="285"/>
            <ac:spMk id="8" creationId="{FA2F6906-FF56-DC5A-19E9-867F5C255A90}"/>
          </ac:spMkLst>
        </pc:spChg>
        <pc:picChg chg="mod">
          <ac:chgData name="Nurul Sarkar" userId="71db43f0-bfba-485f-96db-bcbe321ca22a" providerId="ADAL" clId="{50418162-3FBC-4531-831B-9DE20DBD43E8}" dt="2024-02-27T21:47:54.219" v="430" actId="14100"/>
          <ac:picMkLst>
            <pc:docMk/>
            <pc:sldMk cId="3592768427" sldId="285"/>
            <ac:picMk id="6" creationId="{00000000-0000-0000-0000-000000000000}"/>
          </ac:picMkLst>
        </pc:picChg>
        <pc:picChg chg="add mod">
          <ac:chgData name="Nurul Sarkar" userId="71db43f0-bfba-485f-96db-bcbe321ca22a" providerId="ADAL" clId="{50418162-3FBC-4531-831B-9DE20DBD43E8}" dt="2024-02-27T21:49:53.428" v="437" actId="1076"/>
          <ac:picMkLst>
            <pc:docMk/>
            <pc:sldMk cId="3592768427" sldId="285"/>
            <ac:picMk id="1026" creationId="{0678A67C-BA8C-C715-8ECE-E8DF427AFF9C}"/>
          </ac:picMkLst>
        </pc:picChg>
      </pc:sldChg>
      <pc:sldChg chg="modSp mod">
        <pc:chgData name="Nurul Sarkar" userId="71db43f0-bfba-485f-96db-bcbe321ca22a" providerId="ADAL" clId="{50418162-3FBC-4531-831B-9DE20DBD43E8}" dt="2024-02-27T21:52:05.587" v="447" actId="1076"/>
        <pc:sldMkLst>
          <pc:docMk/>
          <pc:sldMk cId="1059975785" sldId="286"/>
        </pc:sldMkLst>
        <pc:spChg chg="mod">
          <ac:chgData name="Nurul Sarkar" userId="71db43f0-bfba-485f-96db-bcbe321ca22a" providerId="ADAL" clId="{50418162-3FBC-4531-831B-9DE20DBD43E8}" dt="2024-02-27T10:29:29.710" v="270" actId="207"/>
          <ac:spMkLst>
            <pc:docMk/>
            <pc:sldMk cId="1059975785" sldId="286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51:58.505" v="446" actId="207"/>
          <ac:spMkLst>
            <pc:docMk/>
            <pc:sldMk cId="1059975785" sldId="286"/>
            <ac:spMk id="3" creationId="{00000000-0000-0000-0000-000000000000}"/>
          </ac:spMkLst>
        </pc:spChg>
        <pc:picChg chg="mod">
          <ac:chgData name="Nurul Sarkar" userId="71db43f0-bfba-485f-96db-bcbe321ca22a" providerId="ADAL" clId="{50418162-3FBC-4531-831B-9DE20DBD43E8}" dt="2024-02-27T21:52:05.587" v="447" actId="1076"/>
          <ac:picMkLst>
            <pc:docMk/>
            <pc:sldMk cId="1059975785" sldId="286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50418162-3FBC-4531-831B-9DE20DBD43E8}" dt="2024-02-27T10:33:38.759" v="304" actId="20577"/>
        <pc:sldMkLst>
          <pc:docMk/>
          <pc:sldMk cId="1714645010" sldId="287"/>
        </pc:sldMkLst>
        <pc:spChg chg="mod">
          <ac:chgData name="Nurul Sarkar" userId="71db43f0-bfba-485f-96db-bcbe321ca22a" providerId="ADAL" clId="{50418162-3FBC-4531-831B-9DE20DBD43E8}" dt="2024-02-27T10:33:18.340" v="303" actId="20577"/>
          <ac:spMkLst>
            <pc:docMk/>
            <pc:sldMk cId="1714645010" sldId="287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10:33:38.759" v="304" actId="20577"/>
          <ac:spMkLst>
            <pc:docMk/>
            <pc:sldMk cId="1714645010" sldId="287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10:33:04.521" v="300" actId="207"/>
        <pc:sldMkLst>
          <pc:docMk/>
          <pc:sldMk cId="3544157792" sldId="288"/>
        </pc:sldMkLst>
        <pc:spChg chg="mod">
          <ac:chgData name="Nurul Sarkar" userId="71db43f0-bfba-485f-96db-bcbe321ca22a" providerId="ADAL" clId="{50418162-3FBC-4531-831B-9DE20DBD43E8}" dt="2024-02-27T10:33:04.521" v="300" actId="207"/>
          <ac:spMkLst>
            <pc:docMk/>
            <pc:sldMk cId="3544157792" sldId="288"/>
            <ac:spMk id="2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55:47.102" v="515" actId="207"/>
        <pc:sldMkLst>
          <pc:docMk/>
          <pc:sldMk cId="791203942" sldId="289"/>
        </pc:sldMkLst>
        <pc:spChg chg="mod">
          <ac:chgData name="Nurul Sarkar" userId="71db43f0-bfba-485f-96db-bcbe321ca22a" providerId="ADAL" clId="{50418162-3FBC-4531-831B-9DE20DBD43E8}" dt="2024-02-27T10:32:45.925" v="298" actId="1076"/>
          <ac:spMkLst>
            <pc:docMk/>
            <pc:sldMk cId="791203942" sldId="289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55:47.102" v="515" actId="207"/>
          <ac:spMkLst>
            <pc:docMk/>
            <pc:sldMk cId="791203942" sldId="289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56:10.063" v="517" actId="207"/>
        <pc:sldMkLst>
          <pc:docMk/>
          <pc:sldMk cId="357465388" sldId="290"/>
        </pc:sldMkLst>
        <pc:spChg chg="mod">
          <ac:chgData name="Nurul Sarkar" userId="71db43f0-bfba-485f-96db-bcbe321ca22a" providerId="ADAL" clId="{50418162-3FBC-4531-831B-9DE20DBD43E8}" dt="2024-02-27T10:32:11.442" v="291" actId="14100"/>
          <ac:spMkLst>
            <pc:docMk/>
            <pc:sldMk cId="357465388" sldId="290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56:10.063" v="517" actId="207"/>
          <ac:spMkLst>
            <pc:docMk/>
            <pc:sldMk cId="357465388" sldId="290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21:57:30.244" v="576" actId="20577"/>
        <pc:sldMkLst>
          <pc:docMk/>
          <pc:sldMk cId="325630522" sldId="291"/>
        </pc:sldMkLst>
        <pc:spChg chg="mod">
          <ac:chgData name="Nurul Sarkar" userId="71db43f0-bfba-485f-96db-bcbe321ca22a" providerId="ADAL" clId="{50418162-3FBC-4531-831B-9DE20DBD43E8}" dt="2024-02-27T10:31:52.089" v="286" actId="207"/>
          <ac:spMkLst>
            <pc:docMk/>
            <pc:sldMk cId="325630522" sldId="291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21:57:30.244" v="576" actId="20577"/>
          <ac:spMkLst>
            <pc:docMk/>
            <pc:sldMk cId="325630522" sldId="291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10:31:15.830" v="284" actId="14100"/>
        <pc:sldMkLst>
          <pc:docMk/>
          <pc:sldMk cId="3814757132" sldId="292"/>
        </pc:sldMkLst>
        <pc:spChg chg="mod">
          <ac:chgData name="Nurul Sarkar" userId="71db43f0-bfba-485f-96db-bcbe321ca22a" providerId="ADAL" clId="{50418162-3FBC-4531-831B-9DE20DBD43E8}" dt="2024-02-27T10:31:10.207" v="282" actId="1076"/>
          <ac:spMkLst>
            <pc:docMk/>
            <pc:sldMk cId="3814757132" sldId="292"/>
            <ac:spMk id="2" creationId="{00000000-0000-0000-0000-000000000000}"/>
          </ac:spMkLst>
        </pc:spChg>
        <pc:picChg chg="mod">
          <ac:chgData name="Nurul Sarkar" userId="71db43f0-bfba-485f-96db-bcbe321ca22a" providerId="ADAL" clId="{50418162-3FBC-4531-831B-9DE20DBD43E8}" dt="2024-02-27T10:31:15.830" v="284" actId="14100"/>
          <ac:picMkLst>
            <pc:docMk/>
            <pc:sldMk cId="3814757132" sldId="292"/>
            <ac:picMk id="6" creationId="{00000000-0000-0000-0000-000000000000}"/>
          </ac:picMkLst>
        </pc:picChg>
      </pc:sldChg>
      <pc:sldChg chg="modSp mod">
        <pc:chgData name="Nurul Sarkar" userId="71db43f0-bfba-485f-96db-bcbe321ca22a" providerId="ADAL" clId="{50418162-3FBC-4531-831B-9DE20DBD43E8}" dt="2024-02-27T10:15:54.372" v="192" actId="207"/>
        <pc:sldMkLst>
          <pc:docMk/>
          <pc:sldMk cId="4053124657" sldId="293"/>
        </pc:sldMkLst>
        <pc:spChg chg="mod">
          <ac:chgData name="Nurul Sarkar" userId="71db43f0-bfba-485f-96db-bcbe321ca22a" providerId="ADAL" clId="{50418162-3FBC-4531-831B-9DE20DBD43E8}" dt="2024-02-27T10:15:18.128" v="187" actId="1076"/>
          <ac:spMkLst>
            <pc:docMk/>
            <pc:sldMk cId="4053124657" sldId="293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10:15:54.372" v="192" actId="207"/>
          <ac:spMkLst>
            <pc:docMk/>
            <pc:sldMk cId="4053124657" sldId="293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50418162-3FBC-4531-831B-9DE20DBD43E8}" dt="2024-02-27T10:17:29.569" v="201" actId="207"/>
        <pc:sldMkLst>
          <pc:docMk/>
          <pc:sldMk cId="2121295358" sldId="294"/>
        </pc:sldMkLst>
        <pc:spChg chg="mod">
          <ac:chgData name="Nurul Sarkar" userId="71db43f0-bfba-485f-96db-bcbe321ca22a" providerId="ADAL" clId="{50418162-3FBC-4531-831B-9DE20DBD43E8}" dt="2024-02-27T10:16:03.011" v="193" actId="207"/>
          <ac:spMkLst>
            <pc:docMk/>
            <pc:sldMk cId="2121295358" sldId="294"/>
            <ac:spMk id="2" creationId="{00000000-0000-0000-0000-000000000000}"/>
          </ac:spMkLst>
        </pc:spChg>
        <pc:spChg chg="mod">
          <ac:chgData name="Nurul Sarkar" userId="71db43f0-bfba-485f-96db-bcbe321ca22a" providerId="ADAL" clId="{50418162-3FBC-4531-831B-9DE20DBD43E8}" dt="2024-02-27T10:17:29.569" v="201" actId="207"/>
          <ac:spMkLst>
            <pc:docMk/>
            <pc:sldMk cId="2121295358" sldId="294"/>
            <ac:spMk id="3" creationId="{00000000-0000-0000-0000-000000000000}"/>
          </ac:spMkLst>
        </pc:spChg>
      </pc:sldChg>
      <pc:sldChg chg="modSp add mod">
        <pc:chgData name="Nurul Sarkar" userId="71db43f0-bfba-485f-96db-bcbe321ca22a" providerId="ADAL" clId="{50418162-3FBC-4531-831B-9DE20DBD43E8}" dt="2024-03-09T00:35:31.969" v="600" actId="14100"/>
        <pc:sldMkLst>
          <pc:docMk/>
          <pc:sldMk cId="3061746098" sldId="448"/>
        </pc:sldMkLst>
        <pc:spChg chg="mod">
          <ac:chgData name="Nurul Sarkar" userId="71db43f0-bfba-485f-96db-bcbe321ca22a" providerId="ADAL" clId="{50418162-3FBC-4531-831B-9DE20DBD43E8}" dt="2024-03-09T00:35:15.185" v="597" actId="207"/>
          <ac:spMkLst>
            <pc:docMk/>
            <pc:sldMk cId="3061746098" sldId="448"/>
            <ac:spMk id="7" creationId="{8D278E9F-A84F-48F7-A779-406450E74A8E}"/>
          </ac:spMkLst>
        </pc:spChg>
        <pc:spChg chg="mod">
          <ac:chgData name="Nurul Sarkar" userId="71db43f0-bfba-485f-96db-bcbe321ca22a" providerId="ADAL" clId="{50418162-3FBC-4531-831B-9DE20DBD43E8}" dt="2024-03-09T00:35:23.539" v="598" actId="14100"/>
          <ac:spMkLst>
            <pc:docMk/>
            <pc:sldMk cId="3061746098" sldId="448"/>
            <ac:spMk id="10" creationId="{4C02711A-1D27-1E72-82A0-D245FF6BD59B}"/>
          </ac:spMkLst>
        </pc:spChg>
        <pc:picChg chg="mod">
          <ac:chgData name="Nurul Sarkar" userId="71db43f0-bfba-485f-96db-bcbe321ca22a" providerId="ADAL" clId="{50418162-3FBC-4531-831B-9DE20DBD43E8}" dt="2024-03-09T00:35:31.969" v="600" actId="14100"/>
          <ac:picMkLst>
            <pc:docMk/>
            <pc:sldMk cId="3061746098" sldId="448"/>
            <ac:picMk id="8" creationId="{4B3A07EF-F3E3-9ED5-8628-9AE0362B8CD8}"/>
          </ac:picMkLst>
        </pc:picChg>
      </pc:sldChg>
      <pc:sldChg chg="modSp add mod">
        <pc:chgData name="Nurul Sarkar" userId="71db43f0-bfba-485f-96db-bcbe321ca22a" providerId="ADAL" clId="{50418162-3FBC-4531-831B-9DE20DBD43E8}" dt="2024-03-09T00:37:37.808" v="624" actId="14100"/>
        <pc:sldMkLst>
          <pc:docMk/>
          <pc:sldMk cId="2738741176" sldId="449"/>
        </pc:sldMkLst>
        <pc:spChg chg="mod">
          <ac:chgData name="Nurul Sarkar" userId="71db43f0-bfba-485f-96db-bcbe321ca22a" providerId="ADAL" clId="{50418162-3FBC-4531-831B-9DE20DBD43E8}" dt="2024-03-09T00:37:37.808" v="624" actId="14100"/>
          <ac:spMkLst>
            <pc:docMk/>
            <pc:sldMk cId="2738741176" sldId="449"/>
            <ac:spMk id="6" creationId="{25850C0E-EE7D-6F01-11B0-F8B851819227}"/>
          </ac:spMkLst>
        </pc:spChg>
        <pc:spChg chg="mod">
          <ac:chgData name="Nurul Sarkar" userId="71db43f0-bfba-485f-96db-bcbe321ca22a" providerId="ADAL" clId="{50418162-3FBC-4531-831B-9DE20DBD43E8}" dt="2024-03-09T00:35:47.767" v="601" actId="207"/>
          <ac:spMkLst>
            <pc:docMk/>
            <pc:sldMk cId="2738741176" sldId="449"/>
            <ac:spMk id="7" creationId="{8D278E9F-A84F-48F7-A779-406450E74A8E}"/>
          </ac:spMkLst>
        </pc:spChg>
        <pc:picChg chg="mod">
          <ac:chgData name="Nurul Sarkar" userId="71db43f0-bfba-485f-96db-bcbe321ca22a" providerId="ADAL" clId="{50418162-3FBC-4531-831B-9DE20DBD43E8}" dt="2024-03-09T00:37:06.956" v="623" actId="14100"/>
          <ac:picMkLst>
            <pc:docMk/>
            <pc:sldMk cId="2738741176" sldId="449"/>
            <ac:picMk id="9" creationId="{558934D1-A458-EE1D-81D0-6C161AD84F1B}"/>
          </ac:picMkLst>
        </pc:picChg>
      </pc:sldChg>
    </pc:docChg>
  </pc:docChgLst>
  <pc:docChgLst>
    <pc:chgData name="Howarth, Judy" userId="88019a05-5656-4d0d-a3d1-1931a654ed73" providerId="ADAL" clId="{8B50358A-E957-47EB-971B-8F54F380F7CE}"/>
    <pc:docChg chg="undo custSel delSld modSld">
      <pc:chgData name="Howarth, Judy" userId="88019a05-5656-4d0d-a3d1-1931a654ed73" providerId="ADAL" clId="{8B50358A-E957-47EB-971B-8F54F380F7CE}" dt="2020-03-10T16:05:15.247" v="221" actId="20577"/>
      <pc:docMkLst>
        <pc:docMk/>
      </pc:docMkLst>
      <pc:sldChg chg="modSp">
        <pc:chgData name="Howarth, Judy" userId="88019a05-5656-4d0d-a3d1-1931a654ed73" providerId="ADAL" clId="{8B50358A-E957-47EB-971B-8F54F380F7CE}" dt="2020-03-10T16:05:15.247" v="221" actId="20577"/>
        <pc:sldMkLst>
          <pc:docMk/>
          <pc:sldMk cId="1909659219" sldId="256"/>
        </pc:sldMkLst>
        <pc:spChg chg="mod">
          <ac:chgData name="Howarth, Judy" userId="88019a05-5656-4d0d-a3d1-1931a654ed73" providerId="ADAL" clId="{8B50358A-E957-47EB-971B-8F54F380F7CE}" dt="2020-03-10T15:50:05.044" v="16" actId="255"/>
          <ac:spMkLst>
            <pc:docMk/>
            <pc:sldMk cId="1909659219" sldId="256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0:08.252" v="22" actId="20577"/>
          <ac:spMkLst>
            <pc:docMk/>
            <pc:sldMk cId="1909659219" sldId="256"/>
            <ac:spMk id="3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6:05:07.415" v="211" actId="20577"/>
          <ac:spMkLst>
            <pc:docMk/>
            <pc:sldMk cId="1909659219" sldId="256"/>
            <ac:spMk id="4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6:05:15.247" v="221" actId="20577"/>
          <ac:spMkLst>
            <pc:docMk/>
            <pc:sldMk cId="1909659219" sldId="256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5:04.247" v="66" actId="2696"/>
        <pc:sldMkLst>
          <pc:docMk/>
          <pc:sldMk cId="1499389318" sldId="257"/>
        </pc:sldMkLst>
      </pc:sldChg>
      <pc:sldChg chg="modSp">
        <pc:chgData name="Howarth, Judy" userId="88019a05-5656-4d0d-a3d1-1931a654ed73" providerId="ADAL" clId="{8B50358A-E957-47EB-971B-8F54F380F7CE}" dt="2020-03-10T15:57:20.209" v="94" actId="20577"/>
        <pc:sldMkLst>
          <pc:docMk/>
          <pc:sldMk cId="1663153728" sldId="258"/>
        </pc:sldMkLst>
        <pc:spChg chg="mod">
          <ac:chgData name="Howarth, Judy" userId="88019a05-5656-4d0d-a3d1-1931a654ed73" providerId="ADAL" clId="{8B50358A-E957-47EB-971B-8F54F380F7CE}" dt="2020-03-10T15:57:20.209" v="94" actId="20577"/>
          <ac:spMkLst>
            <pc:docMk/>
            <pc:sldMk cId="1663153728" sldId="258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7:07.250" v="87" actId="20577"/>
          <ac:spMkLst>
            <pc:docMk/>
            <pc:sldMk cId="1663153728" sldId="258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7:13.001" v="88" actId="2696"/>
        <pc:sldMkLst>
          <pc:docMk/>
          <pc:sldMk cId="1525907774" sldId="259"/>
        </pc:sldMkLst>
      </pc:sldChg>
      <pc:sldChg chg="del">
        <pc:chgData name="Howarth, Judy" userId="88019a05-5656-4d0d-a3d1-1931a654ed73" providerId="ADAL" clId="{8B50358A-E957-47EB-971B-8F54F380F7CE}" dt="2020-03-10T15:57:27.995" v="96" actId="2696"/>
        <pc:sldMkLst>
          <pc:docMk/>
          <pc:sldMk cId="135406596" sldId="260"/>
        </pc:sldMkLst>
      </pc:sldChg>
      <pc:sldChg chg="del">
        <pc:chgData name="Howarth, Judy" userId="88019a05-5656-4d0d-a3d1-1931a654ed73" providerId="ADAL" clId="{8B50358A-E957-47EB-971B-8F54F380F7CE}" dt="2020-03-10T15:57:26.676" v="95" actId="2696"/>
        <pc:sldMkLst>
          <pc:docMk/>
          <pc:sldMk cId="179564966" sldId="261"/>
        </pc:sldMkLst>
      </pc:sldChg>
      <pc:sldChg chg="del">
        <pc:chgData name="Howarth, Judy" userId="88019a05-5656-4d0d-a3d1-1931a654ed73" providerId="ADAL" clId="{8B50358A-E957-47EB-971B-8F54F380F7CE}" dt="2020-03-10T15:57:29.663" v="97" actId="2696"/>
        <pc:sldMkLst>
          <pc:docMk/>
          <pc:sldMk cId="261660464" sldId="262"/>
        </pc:sldMkLst>
      </pc:sldChg>
      <pc:sldChg chg="del">
        <pc:chgData name="Howarth, Judy" userId="88019a05-5656-4d0d-a3d1-1931a654ed73" providerId="ADAL" clId="{8B50358A-E957-47EB-971B-8F54F380F7CE}" dt="2020-03-10T15:57:33.246" v="98" actId="2696"/>
        <pc:sldMkLst>
          <pc:docMk/>
          <pc:sldMk cId="1035247850" sldId="263"/>
        </pc:sldMkLst>
      </pc:sldChg>
      <pc:sldChg chg="del">
        <pc:chgData name="Howarth, Judy" userId="88019a05-5656-4d0d-a3d1-1931a654ed73" providerId="ADAL" clId="{8B50358A-E957-47EB-971B-8F54F380F7CE}" dt="2020-03-10T15:57:34.001" v="99" actId="2696"/>
        <pc:sldMkLst>
          <pc:docMk/>
          <pc:sldMk cId="940919996" sldId="264"/>
        </pc:sldMkLst>
      </pc:sldChg>
      <pc:sldChg chg="del">
        <pc:chgData name="Howarth, Judy" userId="88019a05-5656-4d0d-a3d1-1931a654ed73" providerId="ADAL" clId="{8B50358A-E957-47EB-971B-8F54F380F7CE}" dt="2020-03-10T15:57:35.051" v="100" actId="2696"/>
        <pc:sldMkLst>
          <pc:docMk/>
          <pc:sldMk cId="928245765" sldId="265"/>
        </pc:sldMkLst>
      </pc:sldChg>
      <pc:sldChg chg="del">
        <pc:chgData name="Howarth, Judy" userId="88019a05-5656-4d0d-a3d1-1931a654ed73" providerId="ADAL" clId="{8B50358A-E957-47EB-971B-8F54F380F7CE}" dt="2020-03-10T15:57:36.075" v="101" actId="2696"/>
        <pc:sldMkLst>
          <pc:docMk/>
          <pc:sldMk cId="895276841" sldId="266"/>
        </pc:sldMkLst>
      </pc:sldChg>
      <pc:sldChg chg="del">
        <pc:chgData name="Howarth, Judy" userId="88019a05-5656-4d0d-a3d1-1931a654ed73" providerId="ADAL" clId="{8B50358A-E957-47EB-971B-8F54F380F7CE}" dt="2020-03-10T15:57:40.091" v="102" actId="2696"/>
        <pc:sldMkLst>
          <pc:docMk/>
          <pc:sldMk cId="687315263" sldId="267"/>
        </pc:sldMkLst>
      </pc:sldChg>
      <pc:sldChg chg="del">
        <pc:chgData name="Howarth, Judy" userId="88019a05-5656-4d0d-a3d1-1931a654ed73" providerId="ADAL" clId="{8B50358A-E957-47EB-971B-8F54F380F7CE}" dt="2020-03-10T15:57:41.194" v="103" actId="2696"/>
        <pc:sldMkLst>
          <pc:docMk/>
          <pc:sldMk cId="921995896" sldId="268"/>
        </pc:sldMkLst>
      </pc:sldChg>
      <pc:sldChg chg="del">
        <pc:chgData name="Howarth, Judy" userId="88019a05-5656-4d0d-a3d1-1931a654ed73" providerId="ADAL" clId="{8B50358A-E957-47EB-971B-8F54F380F7CE}" dt="2020-03-10T15:57:42.896" v="104" actId="2696"/>
        <pc:sldMkLst>
          <pc:docMk/>
          <pc:sldMk cId="399428975" sldId="269"/>
        </pc:sldMkLst>
      </pc:sldChg>
      <pc:sldChg chg="modSp">
        <pc:chgData name="Howarth, Judy" userId="88019a05-5656-4d0d-a3d1-1931a654ed73" providerId="ADAL" clId="{8B50358A-E957-47EB-971B-8F54F380F7CE}" dt="2020-03-10T15:58:11.702" v="122" actId="20577"/>
        <pc:sldMkLst>
          <pc:docMk/>
          <pc:sldMk cId="167070206" sldId="270"/>
        </pc:sldMkLst>
        <pc:spChg chg="mod">
          <ac:chgData name="Howarth, Judy" userId="88019a05-5656-4d0d-a3d1-1931a654ed73" providerId="ADAL" clId="{8B50358A-E957-47EB-971B-8F54F380F7CE}" dt="2020-03-10T15:57:54.831" v="108" actId="20577"/>
          <ac:spMkLst>
            <pc:docMk/>
            <pc:sldMk cId="167070206" sldId="270"/>
            <ac:spMk id="5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8:11.702" v="122" actId="20577"/>
          <ac:spMkLst>
            <pc:docMk/>
            <pc:sldMk cId="167070206" sldId="270"/>
            <ac:spMk id="13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43.454" v="138" actId="20577"/>
        <pc:sldMkLst>
          <pc:docMk/>
          <pc:sldMk cId="388267789" sldId="272"/>
        </pc:sldMkLst>
        <pc:spChg chg="mod">
          <ac:chgData name="Howarth, Judy" userId="88019a05-5656-4d0d-a3d1-1931a654ed73" providerId="ADAL" clId="{8B50358A-E957-47EB-971B-8F54F380F7CE}" dt="2020-03-10T15:58:43.454" v="138" actId="20577"/>
          <ac:spMkLst>
            <pc:docMk/>
            <pc:sldMk cId="388267789" sldId="272"/>
            <ac:spMk id="7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50.798" v="142" actId="20577"/>
        <pc:sldMkLst>
          <pc:docMk/>
          <pc:sldMk cId="1024830255" sldId="273"/>
        </pc:sldMkLst>
        <pc:spChg chg="mod">
          <ac:chgData name="Howarth, Judy" userId="88019a05-5656-4d0d-a3d1-1931a654ed73" providerId="ADAL" clId="{8B50358A-E957-47EB-971B-8F54F380F7CE}" dt="2020-03-10T15:58:50.798" v="142" actId="20577"/>
          <ac:spMkLst>
            <pc:docMk/>
            <pc:sldMk cId="1024830255" sldId="273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59.585" v="146" actId="20577"/>
        <pc:sldMkLst>
          <pc:docMk/>
          <pc:sldMk cId="174170774" sldId="275"/>
        </pc:sldMkLst>
        <pc:spChg chg="mod">
          <ac:chgData name="Howarth, Judy" userId="88019a05-5656-4d0d-a3d1-1931a654ed73" providerId="ADAL" clId="{8B50358A-E957-47EB-971B-8F54F380F7CE}" dt="2020-03-10T15:58:59.585" v="146" actId="20577"/>
          <ac:spMkLst>
            <pc:docMk/>
            <pc:sldMk cId="174170774" sldId="275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30.418" v="162" actId="20577"/>
        <pc:sldMkLst>
          <pc:docMk/>
          <pc:sldMk cId="1510030601" sldId="277"/>
        </pc:sldMkLst>
        <pc:spChg chg="mod">
          <ac:chgData name="Howarth, Judy" userId="88019a05-5656-4d0d-a3d1-1931a654ed73" providerId="ADAL" clId="{8B50358A-E957-47EB-971B-8F54F380F7CE}" dt="2020-03-10T15:59:30.418" v="162" actId="20577"/>
          <ac:spMkLst>
            <pc:docMk/>
            <pc:sldMk cId="1510030601" sldId="277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41.304" v="170" actId="20577"/>
        <pc:sldMkLst>
          <pc:docMk/>
          <pc:sldMk cId="1952765383" sldId="278"/>
        </pc:sldMkLst>
        <pc:spChg chg="mod">
          <ac:chgData name="Howarth, Judy" userId="88019a05-5656-4d0d-a3d1-1931a654ed73" providerId="ADAL" clId="{8B50358A-E957-47EB-971B-8F54F380F7CE}" dt="2020-03-10T15:59:41.304" v="170" actId="20577"/>
          <ac:spMkLst>
            <pc:docMk/>
            <pc:sldMk cId="1952765383" sldId="278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9:53.011" v="174" actId="2696"/>
        <pc:sldMkLst>
          <pc:docMk/>
          <pc:sldMk cId="1066368906" sldId="279"/>
        </pc:sldMkLst>
      </pc:sldChg>
      <pc:sldChg chg="del">
        <pc:chgData name="Howarth, Judy" userId="88019a05-5656-4d0d-a3d1-1931a654ed73" providerId="ADAL" clId="{8B50358A-E957-47EB-971B-8F54F380F7CE}" dt="2020-03-10T15:59:53.884" v="175" actId="2696"/>
        <pc:sldMkLst>
          <pc:docMk/>
          <pc:sldMk cId="1718291601" sldId="280"/>
        </pc:sldMkLst>
      </pc:sldChg>
      <pc:sldChg chg="del">
        <pc:chgData name="Howarth, Judy" userId="88019a05-5656-4d0d-a3d1-1931a654ed73" providerId="ADAL" clId="{8B50358A-E957-47EB-971B-8F54F380F7CE}" dt="2020-03-10T15:59:55.856" v="176" actId="2696"/>
        <pc:sldMkLst>
          <pc:docMk/>
          <pc:sldMk cId="687604427" sldId="281"/>
        </pc:sldMkLst>
      </pc:sldChg>
      <pc:sldChg chg="del">
        <pc:chgData name="Howarth, Judy" userId="88019a05-5656-4d0d-a3d1-1931a654ed73" providerId="ADAL" clId="{8B50358A-E957-47EB-971B-8F54F380F7CE}" dt="2020-03-10T15:59:57.526" v="177" actId="2696"/>
        <pc:sldMkLst>
          <pc:docMk/>
          <pc:sldMk cId="586848863" sldId="282"/>
        </pc:sldMkLst>
      </pc:sldChg>
      <pc:sldChg chg="modSp">
        <pc:chgData name="Howarth, Judy" userId="88019a05-5656-4d0d-a3d1-1931a654ed73" providerId="ADAL" clId="{8B50358A-E957-47EB-971B-8F54F380F7CE}" dt="2020-03-10T16:00:03.758" v="181" actId="20577"/>
        <pc:sldMkLst>
          <pc:docMk/>
          <pc:sldMk cId="365690021" sldId="283"/>
        </pc:sldMkLst>
        <pc:spChg chg="mod">
          <ac:chgData name="Howarth, Judy" userId="88019a05-5656-4d0d-a3d1-1931a654ed73" providerId="ADAL" clId="{8B50358A-E957-47EB-971B-8F54F380F7CE}" dt="2020-03-10T16:00:03.758" v="181" actId="20577"/>
          <ac:spMkLst>
            <pc:docMk/>
            <pc:sldMk cId="365690021" sldId="283"/>
            <ac:spMk id="4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6:00:06.318" v="182" actId="2696"/>
        <pc:sldMkLst>
          <pc:docMk/>
          <pc:sldMk cId="1538439825" sldId="284"/>
        </pc:sldMkLst>
      </pc:sldChg>
      <pc:sldChg chg="del">
        <pc:chgData name="Howarth, Judy" userId="88019a05-5656-4d0d-a3d1-1931a654ed73" providerId="ADAL" clId="{8B50358A-E957-47EB-971B-8F54F380F7CE}" dt="2020-03-10T16:00:08.927" v="183" actId="2696"/>
        <pc:sldMkLst>
          <pc:docMk/>
          <pc:sldMk cId="696315825" sldId="285"/>
        </pc:sldMkLst>
      </pc:sldChg>
      <pc:sldChg chg="del">
        <pc:chgData name="Howarth, Judy" userId="88019a05-5656-4d0d-a3d1-1931a654ed73" providerId="ADAL" clId="{8B50358A-E957-47EB-971B-8F54F380F7CE}" dt="2020-03-10T16:00:10.349" v="184" actId="2696"/>
        <pc:sldMkLst>
          <pc:docMk/>
          <pc:sldMk cId="1811979975" sldId="286"/>
        </pc:sldMkLst>
      </pc:sldChg>
      <pc:sldChg chg="del">
        <pc:chgData name="Howarth, Judy" userId="88019a05-5656-4d0d-a3d1-1931a654ed73" providerId="ADAL" clId="{8B50358A-E957-47EB-971B-8F54F380F7CE}" dt="2020-03-10T16:00:14.200" v="185" actId="2696"/>
        <pc:sldMkLst>
          <pc:docMk/>
          <pc:sldMk cId="509745404" sldId="287"/>
        </pc:sldMkLst>
      </pc:sldChg>
      <pc:sldChg chg="del">
        <pc:chgData name="Howarth, Judy" userId="88019a05-5656-4d0d-a3d1-1931a654ed73" providerId="ADAL" clId="{8B50358A-E957-47EB-971B-8F54F380F7CE}" dt="2020-03-10T16:00:52.112" v="201" actId="2696"/>
        <pc:sldMkLst>
          <pc:docMk/>
          <pc:sldMk cId="217440387" sldId="288"/>
        </pc:sldMkLst>
      </pc:sldChg>
      <pc:sldChg chg="del">
        <pc:chgData name="Howarth, Judy" userId="88019a05-5656-4d0d-a3d1-1931a654ed73" providerId="ADAL" clId="{8B50358A-E957-47EB-971B-8F54F380F7CE}" dt="2020-03-10T16:00:19.184" v="186" actId="2696"/>
        <pc:sldMkLst>
          <pc:docMk/>
          <pc:sldMk cId="1885132688" sldId="289"/>
        </pc:sldMkLst>
      </pc:sldChg>
      <pc:sldChg chg="modSp">
        <pc:chgData name="Howarth, Judy" userId="88019a05-5656-4d0d-a3d1-1931a654ed73" providerId="ADAL" clId="{8B50358A-E957-47EB-971B-8F54F380F7CE}" dt="2020-03-10T16:00:23.668" v="190" actId="20577"/>
        <pc:sldMkLst>
          <pc:docMk/>
          <pc:sldMk cId="998461558" sldId="290"/>
        </pc:sldMkLst>
        <pc:spChg chg="mod">
          <ac:chgData name="Howarth, Judy" userId="88019a05-5656-4d0d-a3d1-1931a654ed73" providerId="ADAL" clId="{8B50358A-E957-47EB-971B-8F54F380F7CE}" dt="2020-03-10T16:00:23.668" v="190" actId="20577"/>
          <ac:spMkLst>
            <pc:docMk/>
            <pc:sldMk cId="998461558" sldId="290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6:00:31.974" v="194" actId="20577"/>
        <pc:sldMkLst>
          <pc:docMk/>
          <pc:sldMk cId="720469146" sldId="291"/>
        </pc:sldMkLst>
        <pc:spChg chg="mod">
          <ac:chgData name="Howarth, Judy" userId="88019a05-5656-4d0d-a3d1-1931a654ed73" providerId="ADAL" clId="{8B50358A-E957-47EB-971B-8F54F380F7CE}" dt="2020-03-10T16:00:31.974" v="194" actId="20577"/>
          <ac:spMkLst>
            <pc:docMk/>
            <pc:sldMk cId="720469146" sldId="291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6:00:36.643" v="195" actId="2696"/>
        <pc:sldMkLst>
          <pc:docMk/>
          <pc:sldMk cId="139548211" sldId="292"/>
        </pc:sldMkLst>
      </pc:sldChg>
      <pc:sldChg chg="del">
        <pc:chgData name="Howarth, Judy" userId="88019a05-5656-4d0d-a3d1-1931a654ed73" providerId="ADAL" clId="{8B50358A-E957-47EB-971B-8F54F380F7CE}" dt="2020-03-10T16:00:37.946" v="196" actId="2696"/>
        <pc:sldMkLst>
          <pc:docMk/>
          <pc:sldMk cId="342244477" sldId="293"/>
        </pc:sldMkLst>
      </pc:sldChg>
      <pc:sldChg chg="del">
        <pc:chgData name="Howarth, Judy" userId="88019a05-5656-4d0d-a3d1-1931a654ed73" providerId="ADAL" clId="{8B50358A-E957-47EB-971B-8F54F380F7CE}" dt="2020-03-10T16:00:39.091" v="197" actId="2696"/>
        <pc:sldMkLst>
          <pc:docMk/>
          <pc:sldMk cId="1300580792" sldId="294"/>
        </pc:sldMkLst>
      </pc:sldChg>
      <pc:sldChg chg="del">
        <pc:chgData name="Howarth, Judy" userId="88019a05-5656-4d0d-a3d1-1931a654ed73" providerId="ADAL" clId="{8B50358A-E957-47EB-971B-8F54F380F7CE}" dt="2020-03-10T16:00:40.312" v="198" actId="2696"/>
        <pc:sldMkLst>
          <pc:docMk/>
          <pc:sldMk cId="937452732" sldId="295"/>
        </pc:sldMkLst>
      </pc:sldChg>
      <pc:sldChg chg="del">
        <pc:chgData name="Howarth, Judy" userId="88019a05-5656-4d0d-a3d1-1931a654ed73" providerId="ADAL" clId="{8B50358A-E957-47EB-971B-8F54F380F7CE}" dt="2020-03-10T16:00:41.577" v="199" actId="2696"/>
        <pc:sldMkLst>
          <pc:docMk/>
          <pc:sldMk cId="1954988893" sldId="296"/>
        </pc:sldMkLst>
      </pc:sldChg>
      <pc:sldChg chg="modSp del">
        <pc:chgData name="Howarth, Judy" userId="88019a05-5656-4d0d-a3d1-1931a654ed73" providerId="ADAL" clId="{8B50358A-E957-47EB-971B-8F54F380F7CE}" dt="2020-03-10T16:00:42.437" v="200" actId="2696"/>
        <pc:sldMkLst>
          <pc:docMk/>
          <pc:sldMk cId="1546931097" sldId="297"/>
        </pc:sldMkLst>
        <pc:spChg chg="mod">
          <ac:chgData name="Howarth, Judy" userId="88019a05-5656-4d0d-a3d1-1931a654ed73" providerId="ADAL" clId="{8B50358A-E957-47EB-971B-8F54F380F7CE}" dt="2020-03-10T15:56:50.586" v="83" actId="20577"/>
          <ac:spMkLst>
            <pc:docMk/>
            <pc:sldMk cId="1546931097" sldId="297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6:32.762" v="78" actId="20577"/>
        <pc:sldMkLst>
          <pc:docMk/>
          <pc:sldMk cId="33643281" sldId="298"/>
        </pc:sldMkLst>
        <pc:spChg chg="mod">
          <ac:chgData name="Howarth, Judy" userId="88019a05-5656-4d0d-a3d1-1931a654ed73" providerId="ADAL" clId="{8B50358A-E957-47EB-971B-8F54F380F7CE}" dt="2020-03-10T15:56:28.579" v="74" actId="20577"/>
          <ac:spMkLst>
            <pc:docMk/>
            <pc:sldMk cId="33643281" sldId="298"/>
            <ac:spMk id="3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6:32.762" v="78" actId="20577"/>
          <ac:spMkLst>
            <pc:docMk/>
            <pc:sldMk cId="33643281" sldId="298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27.179" v="134" actId="20577"/>
        <pc:sldMkLst>
          <pc:docMk/>
          <pc:sldMk cId="2088891144" sldId="299"/>
        </pc:sldMkLst>
        <pc:spChg chg="mod">
          <ac:chgData name="Howarth, Judy" userId="88019a05-5656-4d0d-a3d1-1931a654ed73" providerId="ADAL" clId="{8B50358A-E957-47EB-971B-8F54F380F7CE}" dt="2020-03-10T15:58:23.260" v="130" actId="20577"/>
          <ac:spMkLst>
            <pc:docMk/>
            <pc:sldMk cId="2088891144" sldId="299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8:27.179" v="134" actId="20577"/>
          <ac:spMkLst>
            <pc:docMk/>
            <pc:sldMk cId="2088891144" sldId="299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37.234" v="166" actId="20577"/>
        <pc:sldMkLst>
          <pc:docMk/>
          <pc:sldMk cId="1003484616" sldId="300"/>
        </pc:sldMkLst>
        <pc:spChg chg="mod">
          <ac:chgData name="Howarth, Judy" userId="88019a05-5656-4d0d-a3d1-1931a654ed73" providerId="ADAL" clId="{8B50358A-E957-47EB-971B-8F54F380F7CE}" dt="2020-03-10T15:59:37.234" v="166" actId="20577"/>
          <ac:spMkLst>
            <pc:docMk/>
            <pc:sldMk cId="1003484616" sldId="300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9:46.913" v="171" actId="2696"/>
        <pc:sldMkLst>
          <pc:docMk/>
          <pc:sldMk cId="318031246" sldId="302"/>
        </pc:sldMkLst>
      </pc:sldChg>
      <pc:sldChg chg="del">
        <pc:chgData name="Howarth, Judy" userId="88019a05-5656-4d0d-a3d1-1931a654ed73" providerId="ADAL" clId="{8B50358A-E957-47EB-971B-8F54F380F7CE}" dt="2020-03-10T15:59:48.394" v="172" actId="2696"/>
        <pc:sldMkLst>
          <pc:docMk/>
          <pc:sldMk cId="453555804" sldId="303"/>
        </pc:sldMkLst>
      </pc:sldChg>
      <pc:sldChg chg="modSp">
        <pc:chgData name="Howarth, Judy" userId="88019a05-5656-4d0d-a3d1-1931a654ed73" providerId="ADAL" clId="{8B50358A-E957-47EB-971B-8F54F380F7CE}" dt="2020-03-10T15:59:04.457" v="150" actId="20577"/>
        <pc:sldMkLst>
          <pc:docMk/>
          <pc:sldMk cId="1478488146" sldId="304"/>
        </pc:sldMkLst>
        <pc:spChg chg="mod">
          <ac:chgData name="Howarth, Judy" userId="88019a05-5656-4d0d-a3d1-1931a654ed73" providerId="ADAL" clId="{8B50358A-E957-47EB-971B-8F54F380F7CE}" dt="2020-03-10T15:59:04.457" v="150" actId="20577"/>
          <ac:spMkLst>
            <pc:docMk/>
            <pc:sldMk cId="1478488146" sldId="304"/>
            <ac:spMk id="7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19.505" v="154" actId="20577"/>
        <pc:sldMkLst>
          <pc:docMk/>
          <pc:sldMk cId="130651525" sldId="307"/>
        </pc:sldMkLst>
        <pc:spChg chg="mod">
          <ac:chgData name="Howarth, Judy" userId="88019a05-5656-4d0d-a3d1-1931a654ed73" providerId="ADAL" clId="{8B50358A-E957-47EB-971B-8F54F380F7CE}" dt="2020-03-10T15:59:19.505" v="154" actId="20577"/>
          <ac:spMkLst>
            <pc:docMk/>
            <pc:sldMk cId="130651525" sldId="307"/>
            <ac:spMk id="4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24.609" v="158" actId="20577"/>
        <pc:sldMkLst>
          <pc:docMk/>
          <pc:sldMk cId="1380611736" sldId="308"/>
        </pc:sldMkLst>
        <pc:spChg chg="mod">
          <ac:chgData name="Howarth, Judy" userId="88019a05-5656-4d0d-a3d1-1931a654ed73" providerId="ADAL" clId="{8B50358A-E957-47EB-971B-8F54F380F7CE}" dt="2020-03-10T15:59:24.609" v="158" actId="20577"/>
          <ac:spMkLst>
            <pc:docMk/>
            <pc:sldMk cId="1380611736" sldId="308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6:43.844" v="79" actId="2696"/>
        <pc:sldMkLst>
          <pc:docMk/>
          <pc:sldMk cId="681192042" sldId="309"/>
        </pc:sldMkLst>
      </pc:sldChg>
      <pc:sldChg chg="del">
        <pc:chgData name="Howarth, Judy" userId="88019a05-5656-4d0d-a3d1-1931a654ed73" providerId="ADAL" clId="{8B50358A-E957-47EB-971B-8F54F380F7CE}" dt="2020-03-10T15:59:49.554" v="173" actId="2696"/>
        <pc:sldMkLst>
          <pc:docMk/>
          <pc:sldMk cId="820579147" sldId="310"/>
        </pc:sldMkLst>
      </pc:sldChg>
      <pc:sldChg chg="modSp">
        <pc:chgData name="Howarth, Judy" userId="88019a05-5656-4d0d-a3d1-1931a654ed73" providerId="ADAL" clId="{8B50358A-E957-47EB-971B-8F54F380F7CE}" dt="2020-03-10T15:58:00.728" v="112" actId="20577"/>
        <pc:sldMkLst>
          <pc:docMk/>
          <pc:sldMk cId="1094474590" sldId="311"/>
        </pc:sldMkLst>
        <pc:spChg chg="mod">
          <ac:chgData name="Howarth, Judy" userId="88019a05-5656-4d0d-a3d1-1931a654ed73" providerId="ADAL" clId="{8B50358A-E957-47EB-971B-8F54F380F7CE}" dt="2020-03-10T15:58:00.728" v="112" actId="20577"/>
          <ac:spMkLst>
            <pc:docMk/>
            <pc:sldMk cId="1094474590" sldId="311"/>
            <ac:spMk id="5" creationId="{00000000-0000-0000-0000-000000000000}"/>
          </ac:spMkLst>
        </pc:spChg>
      </pc:sldChg>
    </pc:docChg>
  </pc:docChgLst>
  <pc:docChgLst>
    <pc:chgData name="Nurul Sarkar" userId="71db43f0-bfba-485f-96db-bcbe321ca22a" providerId="ADAL" clId="{2764E392-B49A-4236-AB65-FE62E31158D0}"/>
    <pc:docChg chg="modSld">
      <pc:chgData name="Nurul Sarkar" userId="71db43f0-bfba-485f-96db-bcbe321ca22a" providerId="ADAL" clId="{2764E392-B49A-4236-AB65-FE62E31158D0}" dt="2024-07-16T10:07:58.003" v="68" actId="20577"/>
      <pc:docMkLst>
        <pc:docMk/>
      </pc:docMkLst>
      <pc:sldChg chg="modSp mod">
        <pc:chgData name="Nurul Sarkar" userId="71db43f0-bfba-485f-96db-bcbe321ca22a" providerId="ADAL" clId="{2764E392-B49A-4236-AB65-FE62E31158D0}" dt="2024-07-16T09:45:14.311" v="49" actId="20577"/>
        <pc:sldMkLst>
          <pc:docMk/>
          <pc:sldMk cId="2607597976" sldId="257"/>
        </pc:sldMkLst>
        <pc:spChg chg="mod">
          <ac:chgData name="Nurul Sarkar" userId="71db43f0-bfba-485f-96db-bcbe321ca22a" providerId="ADAL" clId="{2764E392-B49A-4236-AB65-FE62E31158D0}" dt="2024-07-16T09:45:14.311" v="49" actId="20577"/>
          <ac:spMkLst>
            <pc:docMk/>
            <pc:sldMk cId="2607597976" sldId="257"/>
            <ac:spMk id="8" creationId="{00000000-0000-0000-0000-000000000000}"/>
          </ac:spMkLst>
        </pc:spChg>
      </pc:sldChg>
      <pc:sldChg chg="modSp mod">
        <pc:chgData name="Nurul Sarkar" userId="71db43f0-bfba-485f-96db-bcbe321ca22a" providerId="ADAL" clId="{2764E392-B49A-4236-AB65-FE62E31158D0}" dt="2024-07-16T09:46:26.173" v="51" actId="207"/>
        <pc:sldMkLst>
          <pc:docMk/>
          <pc:sldMk cId="4252952847" sldId="263"/>
        </pc:sldMkLst>
        <pc:spChg chg="mod">
          <ac:chgData name="Nurul Sarkar" userId="71db43f0-bfba-485f-96db-bcbe321ca22a" providerId="ADAL" clId="{2764E392-B49A-4236-AB65-FE62E31158D0}" dt="2024-07-16T09:46:26.173" v="51" actId="207"/>
          <ac:spMkLst>
            <pc:docMk/>
            <pc:sldMk cId="4252952847" sldId="263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2764E392-B49A-4236-AB65-FE62E31158D0}" dt="2024-07-16T09:50:57.555" v="53" actId="20577"/>
        <pc:sldMkLst>
          <pc:docMk/>
          <pc:sldMk cId="559702708" sldId="268"/>
        </pc:sldMkLst>
        <pc:spChg chg="mod">
          <ac:chgData name="Nurul Sarkar" userId="71db43f0-bfba-485f-96db-bcbe321ca22a" providerId="ADAL" clId="{2764E392-B49A-4236-AB65-FE62E31158D0}" dt="2024-07-16T09:50:57.555" v="53" actId="20577"/>
          <ac:spMkLst>
            <pc:docMk/>
            <pc:sldMk cId="559702708" sldId="268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2764E392-B49A-4236-AB65-FE62E31158D0}" dt="2024-07-16T10:02:06.049" v="54" actId="207"/>
        <pc:sldMkLst>
          <pc:docMk/>
          <pc:sldMk cId="2835319241" sldId="276"/>
        </pc:sldMkLst>
        <pc:spChg chg="mod">
          <ac:chgData name="Nurul Sarkar" userId="71db43f0-bfba-485f-96db-bcbe321ca22a" providerId="ADAL" clId="{2764E392-B49A-4236-AB65-FE62E31158D0}" dt="2024-07-16T10:02:06.049" v="54" actId="207"/>
          <ac:spMkLst>
            <pc:docMk/>
            <pc:sldMk cId="2835319241" sldId="276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2764E392-B49A-4236-AB65-FE62E31158D0}" dt="2024-07-16T10:02:32.705" v="63" actId="20577"/>
        <pc:sldMkLst>
          <pc:docMk/>
          <pc:sldMk cId="926534966" sldId="277"/>
        </pc:sldMkLst>
        <pc:spChg chg="mod">
          <ac:chgData name="Nurul Sarkar" userId="71db43f0-bfba-485f-96db-bcbe321ca22a" providerId="ADAL" clId="{2764E392-B49A-4236-AB65-FE62E31158D0}" dt="2024-07-16T10:02:32.705" v="63" actId="20577"/>
          <ac:spMkLst>
            <pc:docMk/>
            <pc:sldMk cId="926534966" sldId="277"/>
            <ac:spMk id="2" creationId="{00000000-0000-0000-0000-000000000000}"/>
          </ac:spMkLst>
        </pc:spChg>
      </pc:sldChg>
      <pc:sldChg chg="modSp mod">
        <pc:chgData name="Nurul Sarkar" userId="71db43f0-bfba-485f-96db-bcbe321ca22a" providerId="ADAL" clId="{2764E392-B49A-4236-AB65-FE62E31158D0}" dt="2024-07-16T10:03:24.206" v="66" actId="20577"/>
        <pc:sldMkLst>
          <pc:docMk/>
          <pc:sldMk cId="3962780585" sldId="278"/>
        </pc:sldMkLst>
        <pc:spChg chg="mod">
          <ac:chgData name="Nurul Sarkar" userId="71db43f0-bfba-485f-96db-bcbe321ca22a" providerId="ADAL" clId="{2764E392-B49A-4236-AB65-FE62E31158D0}" dt="2024-07-16T10:03:24.206" v="66" actId="20577"/>
          <ac:spMkLst>
            <pc:docMk/>
            <pc:sldMk cId="3962780585" sldId="278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2764E392-B49A-4236-AB65-FE62E31158D0}" dt="2024-07-16T10:05:52.711" v="67" actId="207"/>
        <pc:sldMkLst>
          <pc:docMk/>
          <pc:sldMk cId="2544267400" sldId="280"/>
        </pc:sldMkLst>
        <pc:spChg chg="mod">
          <ac:chgData name="Nurul Sarkar" userId="71db43f0-bfba-485f-96db-bcbe321ca22a" providerId="ADAL" clId="{2764E392-B49A-4236-AB65-FE62E31158D0}" dt="2024-07-16T10:05:52.711" v="67" actId="207"/>
          <ac:spMkLst>
            <pc:docMk/>
            <pc:sldMk cId="2544267400" sldId="280"/>
            <ac:spMk id="3" creationId="{00000000-0000-0000-0000-000000000000}"/>
          </ac:spMkLst>
        </pc:spChg>
      </pc:sldChg>
      <pc:sldChg chg="modSp mod">
        <pc:chgData name="Nurul Sarkar" userId="71db43f0-bfba-485f-96db-bcbe321ca22a" providerId="ADAL" clId="{2764E392-B49A-4236-AB65-FE62E31158D0}" dt="2024-07-16T10:07:58.003" v="68" actId="20577"/>
        <pc:sldMkLst>
          <pc:docMk/>
          <pc:sldMk cId="2121295358" sldId="294"/>
        </pc:sldMkLst>
        <pc:spChg chg="mod">
          <ac:chgData name="Nurul Sarkar" userId="71db43f0-bfba-485f-96db-bcbe321ca22a" providerId="ADAL" clId="{2764E392-B49A-4236-AB65-FE62E31158D0}" dt="2024-07-16T10:07:58.003" v="68" actId="20577"/>
          <ac:spMkLst>
            <pc:docMk/>
            <pc:sldMk cId="2121295358" sldId="29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194C1A8-DC4B-4329-AF88-FD913597DE85}" type="datetimeFigureOut">
              <a:rPr lang="en-US" smtClean="0"/>
              <a:t>7/16/2024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262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8073E54-D085-4E2E-B9A5-A53D7E519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907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4EF88-E836-44B1-9C0B-F43CD65EDBC6}" type="slidenum">
              <a:rPr lang="en-NZ" smtClean="0"/>
              <a:t>11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16501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4EF88-E836-44B1-9C0B-F43CD65EDBC6}" type="slidenum">
              <a:rPr lang="en-NZ" smtClean="0"/>
              <a:t>12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21236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6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Book Title</a:t>
            </a:r>
          </a:p>
        </p:txBody>
      </p:sp>
      <p:sp>
        <p:nvSpPr>
          <p:cNvPr id="2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1752600"/>
            <a:ext cx="11785600" cy="609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Edition</a:t>
            </a:r>
          </a:p>
        </p:txBody>
      </p:sp>
      <p:sp>
        <p:nvSpPr>
          <p:cNvPr id="27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2362200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267200"/>
            <a:ext cx="11785600" cy="2438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82637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2286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14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762000"/>
            <a:ext cx="11785600" cy="228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505200"/>
            <a:ext cx="11785600" cy="1524000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1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5029200"/>
            <a:ext cx="11785600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900" b="1" i="0" dirty="0">
                <a:latin typeface="Source Sans Pro" charset="0"/>
                <a:ea typeface="Source Sans Pro" charset="0"/>
                <a:cs typeface="Source Sans Pro" charset="0"/>
              </a:rPr>
              <a:t>Third Edition</a:t>
            </a:r>
            <a:endParaRPr lang="en-US" dirty="0"/>
          </a:p>
        </p:txBody>
      </p:sp>
      <p:sp>
        <p:nvSpPr>
          <p:cNvPr id="16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60960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b="0" i="0" dirty="0">
                <a:latin typeface="Source Sans Pro" charset="0"/>
                <a:ea typeface="Source Sans Pro" charset="0"/>
                <a:cs typeface="Source Sans Pro" charset="0"/>
              </a:rPr>
              <a:t>David Klein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3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699" y="777241"/>
            <a:ext cx="11391901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3" name="COBBL"/>
          <p:cNvSpPr>
            <a:spLocks noGrp="1"/>
          </p:cNvSpPr>
          <p:nvPr>
            <p:ph sz="quarter" idx="10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5275" indent="-295275">
              <a:buClr>
                <a:schemeClr val="accent2"/>
              </a:buClr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6693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BL 2-co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 numCol="2" spcCol="548640"/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Two-Column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r>
              <a:rPr lang="en-US" dirty="0"/>
              <a:t>This is Another Heading</a:t>
            </a:r>
          </a:p>
          <a:p>
            <a:pPr lvl="0"/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9360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Numbered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78642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0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0"/>
            <a:r>
              <a:rPr lang="en-US" dirty="0"/>
              <a:t>1.2	It is One-column Only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10.6	Outline Items Usually Have No Ending Punctuation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12357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3790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465138" indent="-465138">
              <a:buClr>
                <a:schemeClr val="accent2"/>
              </a:buClr>
              <a:buFont typeface="+mj-lt"/>
              <a:buAutoNum type="arabicPeriod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buClr>
                <a:schemeClr val="accent2"/>
              </a:buClr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for One-Column and single number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343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3434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1143000" indent="-292608">
              <a:buClr>
                <a:schemeClr val="accent2"/>
              </a:buClr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1143000" marR="0" indent="-29260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</a:t>
            </a:r>
          </a:p>
          <a:p>
            <a:pPr lvl="0"/>
            <a:r>
              <a:rPr lang="en-US" dirty="0"/>
              <a:t>10.2	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lvl="2"/>
            <a:r>
              <a:rPr lang="en-US" dirty="0"/>
              <a:t>Special Feature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426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with No Numbers and One-column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4037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 numCol="2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Two-Column and Double-numbered</a:t>
            </a:r>
          </a:p>
          <a:p>
            <a:pPr lvl="0"/>
            <a:r>
              <a:rPr lang="en-US" dirty="0"/>
              <a:t>1.2	It is Two-column 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1.6	Outline Items Usually Have No Ending Punctuation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1.7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1.8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1.10	Another Heading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051878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F2 (2 tex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1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5384800" cy="4419600"/>
          </a:xfrm>
          <a:prstGeom prst="rect">
            <a:avLst/>
          </a:prstGeom>
        </p:spPr>
        <p:txBody>
          <a:bodyPr numCol="1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Two-Column (2 Boxes) and Double-numbered</a:t>
            </a:r>
          </a:p>
          <a:p>
            <a:pPr lvl="0"/>
            <a:r>
              <a:rPr lang="en-US" dirty="0"/>
              <a:t>1.2	It is Two-column 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</p:txBody>
      </p:sp>
      <p:sp>
        <p:nvSpPr>
          <p:cNvPr id="7" name="COBNL2"/>
          <p:cNvSpPr>
            <a:spLocks noGrp="1"/>
          </p:cNvSpPr>
          <p:nvPr>
            <p:ph sz="quarter" idx="15" hasCustomPrompt="1"/>
          </p:nvPr>
        </p:nvSpPr>
        <p:spPr>
          <a:xfrm>
            <a:off x="6356349" y="1752600"/>
            <a:ext cx="5384800" cy="4419600"/>
          </a:xfrm>
          <a:prstGeom prst="rect">
            <a:avLst/>
          </a:prstGeom>
        </p:spPr>
        <p:txBody>
          <a:bodyPr numCol="1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1.6	Outline Items Usually Have No Ending Punctuation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1.7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1.8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1.9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1.10	Another Heading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410060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/>
            </a:lvl1pPr>
            <a:lvl2pPr marL="457200" indent="-446088">
              <a:spcBef>
                <a:spcPts val="2000"/>
              </a:spcBef>
              <a:buFont typeface="+mj-lt"/>
              <a:buNone/>
              <a:tabLst/>
              <a:defRPr sz="2800">
                <a:solidFill>
                  <a:schemeClr val="accent2"/>
                </a:solidFill>
              </a:defRPr>
            </a:lvl2pPr>
            <a:lvl3pPr marL="688975" indent="-400050">
              <a:spcBef>
                <a:spcPts val="1000"/>
              </a:spcBef>
              <a:buClr>
                <a:schemeClr val="accent2"/>
              </a:buClr>
              <a:buFont typeface="+mj-lt"/>
              <a:buAutoNum type="arabicPeriod"/>
              <a:tabLst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This Is a Sample Outline with No Numbers</a:t>
            </a:r>
          </a:p>
          <a:p>
            <a:pPr lvl="1"/>
            <a:r>
              <a:rPr lang="en-US" dirty="0"/>
              <a:t>Learning Objective</a:t>
            </a:r>
          </a:p>
          <a:p>
            <a:pPr lvl="2"/>
            <a:r>
              <a:rPr lang="en-US" dirty="0"/>
              <a:t>Describe what racial &amp; ethnic group make up Latin America.</a:t>
            </a:r>
          </a:p>
          <a:p>
            <a:pPr lvl="2"/>
            <a:r>
              <a:rPr lang="en-US" dirty="0"/>
              <a:t>Explain Latin American agricultural systems.</a:t>
            </a:r>
          </a:p>
          <a:p>
            <a:pPr lvl="2"/>
            <a:r>
              <a:rPr lang="en-US" dirty="0"/>
              <a:t>Critically evaluate models of biodiversity conservation in the Latin American context.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©2017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563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4605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265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460500" y="1844530"/>
            <a:ext cx="10515600" cy="4351338"/>
          </a:xfrm>
        </p:spPr>
        <p:txBody>
          <a:bodyPr/>
          <a:lstStyle>
            <a:lvl1pPr>
              <a:buClr>
                <a:srgbClr val="F58220"/>
              </a:buClr>
              <a:defRPr/>
            </a:lvl1pPr>
            <a:lvl2pPr>
              <a:buClr>
                <a:srgbClr val="F58220"/>
              </a:buClr>
              <a:defRPr/>
            </a:lvl2pPr>
            <a:lvl3pPr>
              <a:buClr>
                <a:srgbClr val="F58220"/>
              </a:buClr>
              <a:defRPr/>
            </a:lvl3pPr>
            <a:lvl4pPr>
              <a:buClr>
                <a:srgbClr val="F58220"/>
              </a:buClr>
              <a:defRPr/>
            </a:lvl4pPr>
            <a:lvl5pPr>
              <a:buClr>
                <a:srgbClr val="F5822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4182478-D854-4386-B19D-338899BFC4A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972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9" name="LON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957104EA-F2AF-1046-9253-EE8D978719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82321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7" name="LOB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2608" indent="-292608">
              <a:buClr>
                <a:schemeClr val="accent2"/>
              </a:buClr>
              <a:buFont typeface="Arial" charset="0"/>
              <a:buChar char="•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7718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1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 Periodicity Assumption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2800" baseline="0"/>
            </a:lvl1pPr>
            <a:lvl2pPr marL="809625" indent="-460375">
              <a:spcBef>
                <a:spcPts val="1000"/>
              </a:spcBef>
              <a:buClr>
                <a:schemeClr val="accent2"/>
              </a:buClr>
              <a:buFont typeface="+mj-lt"/>
              <a:buAutoNum type="alphaLcPeriod"/>
              <a:tabLst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Companies record events that change their financial statements in the period in which events occur, even if cash was not exchanged.</a:t>
            </a:r>
          </a:p>
          <a:p>
            <a:pPr lvl="1"/>
            <a:r>
              <a:rPr lang="en-US" dirty="0"/>
              <a:t>Companies recognize revenue in the period in which the performance obligation is satisfied.</a:t>
            </a:r>
          </a:p>
          <a:p>
            <a:pPr lvl="1"/>
            <a:r>
              <a:rPr lang="en-US" dirty="0"/>
              <a:t>This basis is accord with generally accepted accounting principles.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24381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2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1.1 Periodicity Assumption</a:t>
            </a:r>
          </a:p>
        </p:txBody>
      </p:sp>
      <p:sp>
        <p:nvSpPr>
          <p:cNvPr id="12" name="Question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12700" indent="0">
              <a:spcBef>
                <a:spcPts val="1000"/>
              </a:spcBef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03275" indent="-790575">
              <a:buNone/>
              <a:tabLst/>
              <a:defRPr sz="2800" b="0" i="0"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a.	Companies record events that change their financial statements in the period in which events occur, even if cash was not exchanged.</a:t>
            </a:r>
          </a:p>
          <a:p>
            <a:pPr lvl="2"/>
            <a:r>
              <a:rPr lang="en-US" dirty="0"/>
              <a:t>✔️b.	Companies recognize revenue in the period in which the performance obligation is satisfied.</a:t>
            </a:r>
          </a:p>
          <a:p>
            <a:pPr lvl="1"/>
            <a:r>
              <a:rPr lang="en-US" dirty="0"/>
              <a:t>c.	This basis is accord with generally accepted accounting principles.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52393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8351"/>
            <a:ext cx="11379200" cy="990599"/>
          </a:xfrm>
        </p:spPr>
        <p:txBody>
          <a:bodyPr/>
          <a:lstStyle/>
          <a:p>
            <a:r>
              <a:rPr lang="en-US"/>
              <a:t>Language</a:t>
            </a:r>
            <a:endParaRPr lang="en-US" dirty="0"/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Form of communication using sounds and symbols combined according to specified rules</a:t>
            </a:r>
          </a:p>
        </p:txBody>
      </p:sp>
      <p:sp>
        <p:nvSpPr>
          <p:cNvPr id="9" name="Media LInk"/>
          <p:cNvSpPr>
            <a:spLocks noGrp="1"/>
          </p:cNvSpPr>
          <p:nvPr>
            <p:ph sz="quarter" idx="16" hasCustomPrompt="1"/>
          </p:nvPr>
        </p:nvSpPr>
        <p:spPr>
          <a:xfrm>
            <a:off x="406400" y="5867400"/>
            <a:ext cx="11379200" cy="6096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200" b="0" i="0" baseline="0">
                <a:latin typeface="Calibri" charset="0"/>
                <a:ea typeface="Calibri" charset="0"/>
                <a:cs typeface="Calibri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Media link placeholder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7006093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914402"/>
            <a:ext cx="11379200" cy="9905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Anatomy and Physiology Defined</a:t>
            </a:r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905000"/>
            <a:ext cx="11379200" cy="39624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Clr>
                <a:schemeClr val="accent2"/>
              </a:buClr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Anatomy is the science of structure and the relationships among structures.</a:t>
            </a:r>
          </a:p>
          <a:p>
            <a:pPr lvl="0"/>
            <a:r>
              <a:rPr lang="en-US" dirty="0"/>
              <a:t>Physiology is the science of body functions, that is, how the body parts work.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622711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Figure caption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77103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53979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47604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4724401"/>
            <a:ext cx="6096000" cy="148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132984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5350051"/>
            <a:ext cx="11379200" cy="30997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9"/>
            <a:ext cx="11379200" cy="4452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06400" y="5780676"/>
            <a:ext cx="11379200" cy="46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4.5 Figure title placeholder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67376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06400" y="5920581"/>
            <a:ext cx="11379200" cy="435770"/>
          </a:xfrm>
          <a:prstGeom prst="rect">
            <a:avLst/>
          </a:prstGeom>
        </p:spPr>
        <p:txBody>
          <a:bodyPr/>
          <a:lstStyle>
            <a:lvl1pPr algn="ctr"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Image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8"/>
            <a:ext cx="11379200" cy="49704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1-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04800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388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93699" y="777242"/>
            <a:ext cx="11391901" cy="975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61158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42" r:id="rId2"/>
    <p:sldLayoutId id="2147483956" r:id="rId3"/>
    <p:sldLayoutId id="2147483955" r:id="rId4"/>
    <p:sldLayoutId id="2147483957" r:id="rId5"/>
    <p:sldLayoutId id="2147483959" r:id="rId6"/>
    <p:sldLayoutId id="2147483958" r:id="rId7"/>
    <p:sldLayoutId id="2147483960" r:id="rId8"/>
    <p:sldLayoutId id="2147483961" r:id="rId9"/>
    <p:sldLayoutId id="2147483962" r:id="rId10"/>
    <p:sldLayoutId id="2147483963" r:id="rId11"/>
    <p:sldLayoutId id="214748398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43714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1193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64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8272" y="762002"/>
            <a:ext cx="11387328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3219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61695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2016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026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008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29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1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Data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Fourteenth Edition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Jerry FitzGerald, Alan Dennis, and Alexandra </a:t>
            </a:r>
            <a:r>
              <a:rPr lang="en-US" dirty="0" err="1"/>
              <a:t>Durcikova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Chapter 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/>
              <a:t>Introduction to Data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66050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Learning Objectives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Discuss the </a:t>
            </a:r>
            <a:r>
              <a:rPr lang="en-US" sz="3200" dirty="0">
                <a:solidFill>
                  <a:srgbClr val="FF0000"/>
                </a:solidFill>
              </a:rPr>
              <a:t>applications </a:t>
            </a:r>
            <a:r>
              <a:rPr lang="en-US" sz="3200" dirty="0"/>
              <a:t>of data communications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Explain how data communications fit within the discipline of Computer Science (CS) and Info Science (IS).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Discuss the major components of and </a:t>
            </a:r>
            <a:r>
              <a:rPr lang="en-US" sz="3200" dirty="0">
                <a:solidFill>
                  <a:srgbClr val="FF0000"/>
                </a:solidFill>
              </a:rPr>
              <a:t>types of networks</a:t>
            </a:r>
            <a:r>
              <a:rPr lang="en-US" sz="3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Discuss the role of </a:t>
            </a:r>
            <a:r>
              <a:rPr lang="en-US" sz="3200" dirty="0">
                <a:solidFill>
                  <a:srgbClr val="FF0000"/>
                </a:solidFill>
              </a:rPr>
              <a:t>network layers</a:t>
            </a:r>
            <a:r>
              <a:rPr lang="en-US" sz="3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Discuss the role of </a:t>
            </a:r>
            <a:r>
              <a:rPr lang="en-US" sz="3200" dirty="0">
                <a:solidFill>
                  <a:srgbClr val="FF0000"/>
                </a:solidFill>
              </a:rPr>
              <a:t>network standards.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Discuss cyber </a:t>
            </a:r>
            <a:r>
              <a:rPr lang="en-US" sz="3200" dirty="0">
                <a:solidFill>
                  <a:srgbClr val="FF0000"/>
                </a:solidFill>
              </a:rPr>
              <a:t>security issues</a:t>
            </a:r>
            <a:r>
              <a:rPr lang="en-US" sz="3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Discuss three </a:t>
            </a:r>
            <a:r>
              <a:rPr lang="en-US" sz="3200" dirty="0">
                <a:solidFill>
                  <a:srgbClr val="FF0000"/>
                </a:solidFill>
              </a:rPr>
              <a:t>key trends </a:t>
            </a:r>
            <a:r>
              <a:rPr lang="en-US" sz="3200" dirty="0"/>
              <a:t>in communications and network.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1-</a:t>
            </a:r>
            <a:fld id="{957104EA-F2AF-1046-9253-EE8D978719B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9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Industrial Revolutions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first</a:t>
            </a:r>
            <a:r>
              <a:rPr lang="en-US" dirty="0"/>
              <a:t> revolutionized the way people worked at the end of the 18</a:t>
            </a:r>
            <a:r>
              <a:rPr lang="en-US" baseline="30000" dirty="0"/>
              <a:t>th</a:t>
            </a:r>
            <a:r>
              <a:rPr lang="en-US" dirty="0"/>
              <a:t> century by introducing machines, steam and waterpower.</a:t>
            </a:r>
          </a:p>
          <a:p>
            <a:r>
              <a:rPr lang="en-US" dirty="0"/>
              <a:t>The second in the late </a:t>
            </a:r>
            <a:r>
              <a:rPr lang="en-US" dirty="0">
                <a:solidFill>
                  <a:srgbClr val="FF0000"/>
                </a:solidFill>
              </a:rPr>
              <a:t>19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century </a:t>
            </a:r>
            <a:r>
              <a:rPr lang="en-US" dirty="0"/>
              <a:t>is known for starting mass production, </a:t>
            </a:r>
            <a:r>
              <a:rPr lang="en-US" dirty="0">
                <a:solidFill>
                  <a:srgbClr val="FF0000"/>
                </a:solidFill>
              </a:rPr>
              <a:t>electricity, and the telephone</a:t>
            </a:r>
            <a:r>
              <a:rPr lang="en-US" dirty="0"/>
              <a:t>.</a:t>
            </a:r>
          </a:p>
          <a:p>
            <a:r>
              <a:rPr lang="en-US" dirty="0"/>
              <a:t>The third, in the second half of the </a:t>
            </a:r>
            <a:r>
              <a:rPr lang="en-US" dirty="0">
                <a:solidFill>
                  <a:srgbClr val="FF0000"/>
                </a:solidFill>
              </a:rPr>
              <a:t>20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century</a:t>
            </a:r>
            <a:r>
              <a:rPr lang="en-US" dirty="0"/>
              <a:t>, is revolutionizing the way people work through electronics and </a:t>
            </a:r>
            <a:r>
              <a:rPr lang="en-US" dirty="0">
                <a:solidFill>
                  <a:srgbClr val="FF0000"/>
                </a:solidFill>
              </a:rPr>
              <a:t>information technology (IT</a:t>
            </a:r>
            <a:r>
              <a:rPr lang="en-US" dirty="0"/>
              <a:t>) to automate production.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fourth</a:t>
            </a:r>
            <a:r>
              <a:rPr lang="en-US" dirty="0"/>
              <a:t> is currently underway</a:t>
            </a:r>
          </a:p>
          <a:p>
            <a:pPr lvl="1"/>
            <a:r>
              <a:rPr lang="en-US" dirty="0"/>
              <a:t>It merges the physical, digital, and biological worlds</a:t>
            </a:r>
          </a:p>
          <a:p>
            <a:pPr lvl="1"/>
            <a:r>
              <a:rPr lang="en-US" dirty="0"/>
              <a:t>It is deeply rooted in the </a:t>
            </a:r>
            <a:r>
              <a:rPr lang="en-US" dirty="0">
                <a:solidFill>
                  <a:srgbClr val="FF0000"/>
                </a:solidFill>
              </a:rPr>
              <a:t>Internet and digitization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12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1.1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high-speed data communications network brings </a:t>
            </a:r>
            <a:r>
              <a:rPr lang="en-US" dirty="0">
                <a:solidFill>
                  <a:srgbClr val="FF0000"/>
                </a:solidFill>
              </a:rPr>
              <a:t>people together </a:t>
            </a:r>
            <a:r>
              <a:rPr lang="en-US" dirty="0"/>
              <a:t>in a way never before possible.</a:t>
            </a:r>
          </a:p>
          <a:p>
            <a:r>
              <a:rPr lang="en-US" dirty="0"/>
              <a:t>Collapsing the information lag to Internet speeds means that people can </a:t>
            </a:r>
            <a:r>
              <a:rPr lang="en-US" dirty="0">
                <a:solidFill>
                  <a:srgbClr val="FF0000"/>
                </a:solidFill>
              </a:rPr>
              <a:t>communicate and access information </a:t>
            </a:r>
            <a:r>
              <a:rPr lang="en-US" dirty="0"/>
              <a:t>anywhere in the world regardless of their physical location.</a:t>
            </a:r>
          </a:p>
          <a:p>
            <a:r>
              <a:rPr lang="en-US" dirty="0"/>
              <a:t>Data communications and networking is a truly global area of study</a:t>
            </a:r>
          </a:p>
          <a:p>
            <a:pPr lvl="1"/>
            <a:r>
              <a:rPr lang="en-US" dirty="0"/>
              <a:t>Different political and regulatory issues that have evolved and currently exist in different parts of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1-</a:t>
            </a:r>
            <a:fld id="{67B19427-F580-D146-B60E-4CADEE75497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209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685800"/>
            <a:ext cx="6527800" cy="6705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Three Fundamental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How does the </a:t>
            </a:r>
            <a:r>
              <a:rPr lang="en-US" sz="3200" dirty="0">
                <a:solidFill>
                  <a:srgbClr val="FF0000"/>
                </a:solidFill>
              </a:rPr>
              <a:t>Internet work?</a:t>
            </a:r>
          </a:p>
          <a:p>
            <a:pPr marL="843534" lvl="1" indent="-514350"/>
            <a:r>
              <a:rPr lang="en-US" sz="2800" dirty="0"/>
              <a:t>Chapters 1-5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How do I </a:t>
            </a:r>
            <a:r>
              <a:rPr lang="en-US" sz="3200" dirty="0">
                <a:solidFill>
                  <a:srgbClr val="FF0000"/>
                </a:solidFill>
              </a:rPr>
              <a:t>design a network</a:t>
            </a:r>
            <a:r>
              <a:rPr lang="en-US" sz="3200" dirty="0"/>
              <a:t>?</a:t>
            </a:r>
          </a:p>
          <a:p>
            <a:pPr marL="843534" lvl="1" indent="-514350"/>
            <a:r>
              <a:rPr lang="en-US" sz="2800" dirty="0"/>
              <a:t>Chapters 6-10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How do I </a:t>
            </a:r>
            <a:r>
              <a:rPr lang="en-US" sz="3200" dirty="0">
                <a:solidFill>
                  <a:srgbClr val="FF0000"/>
                </a:solidFill>
              </a:rPr>
              <a:t>manage my network </a:t>
            </a:r>
            <a:r>
              <a:rPr lang="en-US" sz="3200" dirty="0"/>
              <a:t>to make sure it is secure, provides good performance, and doesn’t cost too much?</a:t>
            </a:r>
          </a:p>
          <a:p>
            <a:pPr marL="843534" lvl="1" indent="-514350"/>
            <a:r>
              <a:rPr lang="en-US" sz="2800" dirty="0"/>
              <a:t>Chapters 11-12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881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</a:t>
            </a:r>
            <a:r>
              <a:rPr lang="en-US" dirty="0">
                <a:solidFill>
                  <a:srgbClr val="FF0000"/>
                </a:solidFill>
              </a:rPr>
              <a:t>IT Capabilities </a:t>
            </a:r>
            <a:r>
              <a:rPr lang="en-US" dirty="0"/>
              <a:t>within Organizational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905000"/>
            <a:ext cx="11379200" cy="4343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rgbClr val="0000FF"/>
                </a:solidFill>
              </a:rPr>
              <a:t>Storing </a:t>
            </a:r>
            <a:r>
              <a:rPr lang="en-US" sz="3200" dirty="0"/>
              <a:t>and retrieving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rgbClr val="0000FF"/>
                </a:solidFill>
              </a:rPr>
              <a:t>Analyzing </a:t>
            </a:r>
            <a:r>
              <a:rPr lang="en-US" sz="3200" dirty="0"/>
              <a:t>and visualizing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Automating data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rgbClr val="0000FF"/>
                </a:solidFill>
              </a:rPr>
              <a:t>Protecting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878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MIS?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592650" y="685799"/>
            <a:ext cx="6939308" cy="567055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20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</a:t>
            </a:r>
            <a:r>
              <a:rPr lang="en-US" dirty="0">
                <a:solidFill>
                  <a:srgbClr val="0000FF"/>
                </a:solidFill>
              </a:rPr>
              <a:t>Data Communications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i="1" dirty="0"/>
              <a:t>Data communications </a:t>
            </a:r>
            <a:r>
              <a:rPr lang="en-US" dirty="0"/>
              <a:t>is the movement of computer information from one point to another by means of electrical or optical transmission systems</a:t>
            </a:r>
          </a:p>
          <a:p>
            <a:pPr lvl="1"/>
            <a:r>
              <a:rPr lang="en-US" dirty="0"/>
              <a:t>Such systems are often called </a:t>
            </a:r>
            <a:r>
              <a:rPr lang="en-US" b="1" i="1" dirty="0"/>
              <a:t>data communications networks</a:t>
            </a:r>
          </a:p>
          <a:p>
            <a:r>
              <a:rPr lang="en-US" dirty="0"/>
              <a:t>There are </a:t>
            </a:r>
            <a:r>
              <a:rPr lang="en-US" dirty="0">
                <a:solidFill>
                  <a:srgbClr val="FF0000"/>
                </a:solidFill>
              </a:rPr>
              <a:t>three basic hardware components for a data communications </a:t>
            </a:r>
            <a:r>
              <a:rPr lang="en-US" dirty="0"/>
              <a:t>network: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b="1" i="1" dirty="0">
                <a:solidFill>
                  <a:srgbClr val="FF0000"/>
                </a:solidFill>
              </a:rPr>
              <a:t>server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stores data or software that can be </a:t>
            </a:r>
            <a:r>
              <a:rPr lang="en-US" dirty="0">
                <a:solidFill>
                  <a:srgbClr val="FF0000"/>
                </a:solidFill>
              </a:rPr>
              <a:t>accessed</a:t>
            </a:r>
            <a:r>
              <a:rPr lang="en-US" dirty="0"/>
              <a:t> by the clients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i="1" dirty="0">
                <a:solidFill>
                  <a:srgbClr val="FF0000"/>
                </a:solidFill>
              </a:rPr>
              <a:t>client</a:t>
            </a:r>
            <a:r>
              <a:rPr lang="en-US" dirty="0"/>
              <a:t> is the input–output hardware device at the user’s end of a communication circuit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i="1" dirty="0">
                <a:solidFill>
                  <a:srgbClr val="FF0000"/>
                </a:solidFill>
              </a:rPr>
              <a:t>circuit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the </a:t>
            </a:r>
            <a:r>
              <a:rPr lang="en-US" dirty="0">
                <a:solidFill>
                  <a:srgbClr val="FF0000"/>
                </a:solidFill>
              </a:rPr>
              <a:t>pathway</a:t>
            </a:r>
            <a:r>
              <a:rPr lang="en-US" dirty="0"/>
              <a:t> through which the messages travel</a:t>
            </a:r>
          </a:p>
          <a:p>
            <a:pPr marL="429768" indent="-457200"/>
            <a:r>
              <a:rPr lang="en-US" dirty="0"/>
              <a:t>A network without a server is called a </a:t>
            </a:r>
            <a:r>
              <a:rPr lang="en-US" b="1" i="1" dirty="0"/>
              <a:t>peer-to-peer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952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Example of a Local Area Network (LAN)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524000" y="1234783"/>
            <a:ext cx="9372562" cy="501361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908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LAN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2453640"/>
            <a:ext cx="11379200" cy="3413759"/>
          </a:xfrm>
        </p:spPr>
        <p:txBody>
          <a:bodyPr/>
          <a:lstStyle/>
          <a:p>
            <a:r>
              <a:rPr lang="en-US" dirty="0"/>
              <a:t>This network that has several personal computers (clients) connected through a </a:t>
            </a:r>
            <a:r>
              <a:rPr lang="en-US" b="1" i="1" dirty="0">
                <a:solidFill>
                  <a:srgbClr val="FF0000"/>
                </a:solidFill>
              </a:rPr>
              <a:t>switch</a:t>
            </a:r>
            <a:r>
              <a:rPr lang="en-US" dirty="0"/>
              <a:t> and </a:t>
            </a:r>
            <a:r>
              <a:rPr lang="en-US" b="1" i="1" dirty="0"/>
              <a:t>cables</a:t>
            </a:r>
            <a:r>
              <a:rPr lang="en-US" dirty="0"/>
              <a:t> (circuit).</a:t>
            </a:r>
          </a:p>
          <a:p>
            <a:r>
              <a:rPr lang="en-US" dirty="0"/>
              <a:t>Computers also connect wirelessly through a </a:t>
            </a:r>
            <a:r>
              <a:rPr lang="en-US" b="1" i="1" dirty="0">
                <a:solidFill>
                  <a:srgbClr val="FF0000"/>
                </a:solidFill>
              </a:rPr>
              <a:t>wireless access point </a:t>
            </a:r>
            <a:r>
              <a:rPr lang="en-US" dirty="0">
                <a:solidFill>
                  <a:srgbClr val="FF0000"/>
                </a:solidFill>
              </a:rPr>
              <a:t>(AP)</a:t>
            </a:r>
          </a:p>
          <a:p>
            <a:r>
              <a:rPr lang="en-US" dirty="0"/>
              <a:t>The </a:t>
            </a:r>
            <a:r>
              <a:rPr lang="en-US" b="1" i="1" dirty="0">
                <a:solidFill>
                  <a:srgbClr val="FF0000"/>
                </a:solidFill>
              </a:rPr>
              <a:t>router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a special device that connects two or more networks</a:t>
            </a:r>
          </a:p>
          <a:p>
            <a:pPr lvl="1"/>
            <a:r>
              <a:rPr lang="en-US" dirty="0"/>
              <a:t>Enables computers on this network to communicate with computers on the same network or on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609600"/>
            <a:ext cx="3133898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41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182478-D854-4386-B19D-338899BFC4A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D278E9F-A84F-48F7-A779-406450E7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781" y="509135"/>
            <a:ext cx="10515600" cy="481465"/>
          </a:xfrm>
        </p:spPr>
        <p:txBody>
          <a:bodyPr>
            <a:normAutofit fontScale="90000"/>
          </a:bodyPr>
          <a:lstStyle/>
          <a:p>
            <a:r>
              <a:rPr lang="en-NZ" u="none" dirty="0">
                <a:solidFill>
                  <a:srgbClr val="0000FF"/>
                </a:solidFill>
              </a:rPr>
              <a:t>Network Components - End Devices </a:t>
            </a:r>
            <a:endParaRPr lang="en-NZ" dirty="0">
              <a:solidFill>
                <a:srgbClr val="0000FF"/>
              </a:solidFill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C02711A-1D27-1E72-82A0-D245FF6BD59B}"/>
              </a:ext>
            </a:extLst>
          </p:cNvPr>
          <p:cNvSpPr txBox="1">
            <a:spLocks noChangeArrowheads="1"/>
          </p:cNvSpPr>
          <p:nvPr/>
        </p:nvSpPr>
        <p:spPr>
          <a:xfrm>
            <a:off x="1135781" y="990600"/>
            <a:ext cx="10980019" cy="914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NZ" altLang="en-US" sz="2400" dirty="0"/>
              <a:t>An end device is where a message originates from or where it is received. Data originates with an end device, flows through the network, and arrives at an end device.</a:t>
            </a: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ja-JP" sz="2400" dirty="0"/>
              <a:t>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B3A07EF-F3E3-9ED5-8628-9AE0362B8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248140"/>
            <a:ext cx="8153400" cy="4387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174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182478-D854-4386-B19D-338899BFC4A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D278E9F-A84F-48F7-A779-406450E7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420" y="448391"/>
            <a:ext cx="10515600" cy="694609"/>
          </a:xfrm>
        </p:spPr>
        <p:txBody>
          <a:bodyPr>
            <a:normAutofit fontScale="90000"/>
          </a:bodyPr>
          <a:lstStyle/>
          <a:p>
            <a:r>
              <a:rPr lang="en-NZ" u="none" dirty="0">
                <a:solidFill>
                  <a:srgbClr val="0000FF"/>
                </a:solidFill>
              </a:rPr>
              <a:t>Network Components - Intermediary Network Devices</a:t>
            </a:r>
            <a:endParaRPr lang="en-NZ" dirty="0">
              <a:solidFill>
                <a:srgbClr val="0000FF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850C0E-EE7D-6F01-11B0-F8B851819227}"/>
              </a:ext>
            </a:extLst>
          </p:cNvPr>
          <p:cNvSpPr txBox="1">
            <a:spLocks/>
          </p:cNvSpPr>
          <p:nvPr/>
        </p:nvSpPr>
        <p:spPr>
          <a:xfrm>
            <a:off x="1098420" y="1143000"/>
            <a:ext cx="10918956" cy="2057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dirty="0"/>
              <a:t>An intermediary device interconnects end devices. Examples include switches, wireless access points, and routers.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dirty="0"/>
              <a:t>Management of data as it flows through a network is also the role of an intermediary device, including:</a:t>
            </a:r>
          </a:p>
          <a:p>
            <a:pPr lvl="1"/>
            <a:r>
              <a:rPr lang="en-US" altLang="en-US" sz="2000" dirty="0"/>
              <a:t>Regenerate and retransmit data signals.</a:t>
            </a:r>
          </a:p>
          <a:p>
            <a:pPr lvl="1"/>
            <a:r>
              <a:rPr lang="en-US" altLang="en-US" sz="2000" dirty="0">
                <a:solidFill>
                  <a:srgbClr val="FF0000"/>
                </a:solidFill>
              </a:rPr>
              <a:t>Maintain information about what pathways exist in the network.</a:t>
            </a:r>
          </a:p>
          <a:p>
            <a:pPr lvl="1"/>
            <a:r>
              <a:rPr lang="en-US" altLang="en-US" sz="2000" dirty="0"/>
              <a:t>Notify other devices of errors and communication failures.</a:t>
            </a:r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marL="142875" lvl="1" indent="0">
              <a:buFont typeface="Arial" panose="020B0604020202020204" pitchFamily="34" charset="0"/>
              <a:buNone/>
            </a:pPr>
            <a:endParaRPr lang="en-CA" altLang="en-US" sz="2000" dirty="0"/>
          </a:p>
          <a:p>
            <a:pPr lvl="1"/>
            <a:endParaRPr lang="en-CA" altLang="en-US" sz="2000" dirty="0"/>
          </a:p>
          <a:p>
            <a:pPr lvl="1"/>
            <a:endParaRPr lang="en-CA" altLang="en-US" sz="2000" dirty="0"/>
          </a:p>
          <a:p>
            <a:pPr lvl="1"/>
            <a:endParaRPr lang="en-CA" altLang="en-US" sz="2000" dirty="0"/>
          </a:p>
          <a:p>
            <a:pPr lvl="1"/>
            <a:endParaRPr lang="en-CA" altLang="en-US" sz="2000" dirty="0"/>
          </a:p>
          <a:p>
            <a:pPr lvl="1"/>
            <a:endParaRPr lang="en-CA" altLang="en-US" sz="2000" dirty="0"/>
          </a:p>
          <a:p>
            <a:pPr lvl="1"/>
            <a:endParaRPr lang="en-CA" altLang="en-US" sz="2000" dirty="0"/>
          </a:p>
          <a:p>
            <a:pPr lvl="1"/>
            <a:endParaRPr lang="en-CA" altLang="en-US" sz="2000" dirty="0"/>
          </a:p>
          <a:p>
            <a:pPr lvl="1"/>
            <a:endParaRPr lang="en-CA" altLang="en-US" sz="2000" dirty="0"/>
          </a:p>
          <a:p>
            <a:pPr lvl="1"/>
            <a:endParaRPr lang="en-CA" altLang="en-US" sz="2000" dirty="0"/>
          </a:p>
          <a:p>
            <a:pPr lvl="1"/>
            <a:endParaRPr lang="en-CA" alt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8934D1-A458-EE1D-81D0-6C161AD84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506339"/>
            <a:ext cx="9296400" cy="282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41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00" y="596594"/>
            <a:ext cx="3098800" cy="81945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Server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152400" y="1838654"/>
            <a:ext cx="4876800" cy="4028746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i="1" dirty="0"/>
              <a:t>file server </a:t>
            </a:r>
            <a:r>
              <a:rPr lang="en-US" dirty="0"/>
              <a:t>stores data and software that can be used by computers on the network.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i="1" dirty="0">
                <a:solidFill>
                  <a:srgbClr val="FF0000"/>
                </a:solidFill>
              </a:rPr>
              <a:t>Web server </a:t>
            </a:r>
            <a:r>
              <a:rPr lang="en-US" dirty="0"/>
              <a:t>stores documents and graphics that can be accessed from any Web browser.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i="1" dirty="0">
                <a:solidFill>
                  <a:srgbClr val="FF0000"/>
                </a:solidFill>
              </a:rPr>
              <a:t>mail server </a:t>
            </a:r>
            <a:r>
              <a:rPr lang="en-US" dirty="0"/>
              <a:t>handles and delivers email over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724" y="857909"/>
            <a:ext cx="6633192" cy="485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42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574" y="482600"/>
            <a:ext cx="4546600" cy="7112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292574" y="1317624"/>
            <a:ext cx="7708426" cy="49688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i="1" dirty="0">
                <a:solidFill>
                  <a:srgbClr val="FF0000"/>
                </a:solidFill>
              </a:rPr>
              <a:t>local area network </a:t>
            </a:r>
            <a:r>
              <a:rPr lang="en-US" dirty="0">
                <a:solidFill>
                  <a:srgbClr val="FF0000"/>
                </a:solidFill>
              </a:rPr>
              <a:t>(LAN) </a:t>
            </a:r>
            <a:r>
              <a:rPr lang="en-US" dirty="0"/>
              <a:t>is a group of computers </a:t>
            </a:r>
            <a:r>
              <a:rPr lang="en-US" dirty="0">
                <a:solidFill>
                  <a:srgbClr val="FF0000"/>
                </a:solidFill>
              </a:rPr>
              <a:t>located in the same general area</a:t>
            </a:r>
          </a:p>
          <a:p>
            <a:pPr lvl="1"/>
            <a:r>
              <a:rPr lang="en-US" dirty="0"/>
              <a:t>A LAN covers a clearly defined small area</a:t>
            </a:r>
          </a:p>
          <a:p>
            <a:pPr lvl="1"/>
            <a:r>
              <a:rPr lang="en-US" dirty="0"/>
              <a:t>Commonly operating at 100 million bits per second (100 Mbps).</a:t>
            </a:r>
          </a:p>
          <a:p>
            <a:r>
              <a:rPr lang="en-US" dirty="0"/>
              <a:t>Most LANs are connected to a </a:t>
            </a:r>
            <a:r>
              <a:rPr lang="en-US" b="1" i="1" dirty="0">
                <a:solidFill>
                  <a:srgbClr val="FF0000"/>
                </a:solidFill>
              </a:rPr>
              <a:t>backbone network </a:t>
            </a:r>
            <a:r>
              <a:rPr lang="en-US" dirty="0"/>
              <a:t>(BN), a larger, central network connecting several LANs, other BNs, MANs, and WANs.</a:t>
            </a:r>
          </a:p>
          <a:p>
            <a:pPr lvl="1"/>
            <a:r>
              <a:rPr lang="en-US" dirty="0"/>
              <a:t>Typically, hundreds of feet to several miles</a:t>
            </a:r>
          </a:p>
          <a:p>
            <a:pPr lvl="1"/>
            <a:r>
              <a:rPr lang="en-US" dirty="0"/>
              <a:t>Typically, 100-1,000 Mbps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Wide area networks </a:t>
            </a:r>
            <a:r>
              <a:rPr lang="en-US" dirty="0">
                <a:solidFill>
                  <a:srgbClr val="FF0000"/>
                </a:solidFill>
              </a:rPr>
              <a:t>(WANs</a:t>
            </a:r>
            <a:r>
              <a:rPr lang="en-US" dirty="0"/>
              <a:t>) connect BNs and MANs.</a:t>
            </a:r>
          </a:p>
          <a:p>
            <a:pPr lvl="1"/>
            <a:r>
              <a:rPr lang="en-US" dirty="0"/>
              <a:t>Most organizations do not build their own WANs.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838200"/>
            <a:ext cx="3538183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02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55372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Intranets and Extranets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432560"/>
            <a:ext cx="11379200" cy="481584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An </a:t>
            </a:r>
            <a:r>
              <a:rPr lang="en-US" b="1" i="1" dirty="0">
                <a:solidFill>
                  <a:srgbClr val="FF0000"/>
                </a:solidFill>
              </a:rPr>
              <a:t>intranet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a LAN that uses the same technologies as the Internet but is </a:t>
            </a:r>
            <a:r>
              <a:rPr lang="en-US" dirty="0">
                <a:solidFill>
                  <a:srgbClr val="FF0000"/>
                </a:solidFill>
              </a:rPr>
              <a:t>open to only those inside the organization.</a:t>
            </a:r>
          </a:p>
          <a:p>
            <a:pPr lvl="1"/>
            <a:r>
              <a:rPr lang="en-US" dirty="0"/>
              <a:t>Sometimes, an intranet is provided by a completely separate Web server hidden from the Internet.</a:t>
            </a:r>
          </a:p>
          <a:p>
            <a:r>
              <a:rPr lang="en-US" dirty="0">
                <a:solidFill>
                  <a:srgbClr val="FF0000"/>
                </a:solidFill>
              </a:rPr>
              <a:t>An extranet </a:t>
            </a:r>
            <a:r>
              <a:rPr lang="en-US" dirty="0"/>
              <a:t>is a LAN that uses the same technologies as the Internet but is provided </a:t>
            </a:r>
            <a:r>
              <a:rPr lang="en-US" dirty="0">
                <a:solidFill>
                  <a:srgbClr val="FF0000"/>
                </a:solidFill>
              </a:rPr>
              <a:t>to invited users outside the organization who access it over the Internet</a:t>
            </a:r>
          </a:p>
          <a:p>
            <a:pPr lvl="1"/>
            <a:r>
              <a:rPr lang="en-US" dirty="0"/>
              <a:t>It can provide access to information services, inventories, and other internal organizational databases that are provided only to </a:t>
            </a:r>
            <a:r>
              <a:rPr lang="en-US" dirty="0">
                <a:solidFill>
                  <a:srgbClr val="FF0000"/>
                </a:solidFill>
              </a:rPr>
              <a:t>customers, suppliers, or those who have paid for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280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1.3 Network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All networks provide the same basic functions to transfer a message from sender to receiver.</a:t>
            </a:r>
          </a:p>
          <a:p>
            <a:r>
              <a:rPr lang="en-US" dirty="0"/>
              <a:t>Each network can use different network hardware and software to provide these functions.</a:t>
            </a:r>
          </a:p>
          <a:p>
            <a:r>
              <a:rPr lang="en-US" dirty="0"/>
              <a:t>One way is to break the entire set of communications functions into a </a:t>
            </a:r>
            <a:r>
              <a:rPr lang="en-US" dirty="0">
                <a:solidFill>
                  <a:srgbClr val="FF0000"/>
                </a:solidFill>
              </a:rPr>
              <a:t>series of layers</a:t>
            </a:r>
            <a:r>
              <a:rPr lang="en-US" dirty="0"/>
              <a:t>.</a:t>
            </a:r>
          </a:p>
          <a:p>
            <a:r>
              <a:rPr lang="en-US" dirty="0"/>
              <a:t>There are many different ways in which the network layers can be designed</a:t>
            </a:r>
          </a:p>
          <a:p>
            <a:pPr lvl="1"/>
            <a:r>
              <a:rPr lang="en-US" dirty="0"/>
              <a:t>The two most important network models are the </a:t>
            </a:r>
            <a:r>
              <a:rPr lang="en-US" dirty="0">
                <a:solidFill>
                  <a:srgbClr val="FF0000"/>
                </a:solidFill>
              </a:rPr>
              <a:t>Open Systems Interconnection Reference (OSI)</a:t>
            </a:r>
            <a:r>
              <a:rPr lang="en-US" dirty="0"/>
              <a:t> model and </a:t>
            </a:r>
            <a:r>
              <a:rPr lang="en-US" dirty="0">
                <a:solidFill>
                  <a:srgbClr val="FF0000"/>
                </a:solidFill>
              </a:rPr>
              <a:t>the Internet model (TCP/IP).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060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Open Systems Interconnection (OSI) Reference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Before the OSI model, most commercial networks used by businesses were built using non-standardized technologies developed by one vendor</a:t>
            </a:r>
          </a:p>
          <a:p>
            <a:r>
              <a:rPr lang="en-US" dirty="0"/>
              <a:t>OSI model produced in 1984 by the Open System Interconnection Subcommittee of the International Organization for Standardization (ISO)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OSI model is the most referred </a:t>
            </a:r>
            <a:r>
              <a:rPr lang="en-US" dirty="0"/>
              <a:t>to network model.</a:t>
            </a:r>
          </a:p>
          <a:p>
            <a:r>
              <a:rPr lang="en-US" dirty="0"/>
              <a:t>However, you will probably never use a network based on the OSI model</a:t>
            </a:r>
          </a:p>
          <a:p>
            <a:pPr lvl="1"/>
            <a:r>
              <a:rPr lang="en-US" dirty="0"/>
              <a:t>The OSI model never </a:t>
            </a:r>
            <a:r>
              <a:rPr lang="en-US" dirty="0">
                <a:solidFill>
                  <a:srgbClr val="FF0000"/>
                </a:solidFill>
              </a:rPr>
              <a:t>caught on commercially in North America; although, some European networks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004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76249"/>
            <a:ext cx="3784600" cy="6096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Network Models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142999" y="1066800"/>
            <a:ext cx="10869854" cy="531495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841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11379200" cy="746759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Seven Layers of the OSI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280159"/>
            <a:ext cx="11201400" cy="4968241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Layer 1: Physical Layer</a:t>
            </a:r>
          </a:p>
          <a:p>
            <a:pPr lvl="1"/>
            <a:r>
              <a:rPr lang="en-US" sz="2800" dirty="0"/>
              <a:t>The physical layer is concerned primarily with transmitting </a:t>
            </a:r>
            <a:r>
              <a:rPr lang="en-US" sz="2800" dirty="0">
                <a:solidFill>
                  <a:srgbClr val="FF0000"/>
                </a:solidFill>
              </a:rPr>
              <a:t>data bits (zeros or ones) </a:t>
            </a:r>
            <a:r>
              <a:rPr lang="en-US" sz="2800" dirty="0"/>
              <a:t>over a communication circuit.</a:t>
            </a:r>
          </a:p>
          <a:p>
            <a:r>
              <a:rPr lang="en-US" dirty="0">
                <a:solidFill>
                  <a:srgbClr val="FF0000"/>
                </a:solidFill>
              </a:rPr>
              <a:t>Layer 2: Data Link Layer</a:t>
            </a:r>
          </a:p>
          <a:p>
            <a:pPr lvl="1"/>
            <a:r>
              <a:rPr lang="en-US" sz="2800" dirty="0"/>
              <a:t>The data link layer manages the physical transmission circuit in layer 1</a:t>
            </a:r>
          </a:p>
          <a:p>
            <a:pPr lvl="1"/>
            <a:r>
              <a:rPr lang="en-US" sz="2800" dirty="0"/>
              <a:t>Transforms it into a circuit that is </a:t>
            </a:r>
            <a:r>
              <a:rPr lang="en-US" sz="2800" dirty="0">
                <a:solidFill>
                  <a:srgbClr val="FF0000"/>
                </a:solidFill>
              </a:rPr>
              <a:t>free of transmission errors </a:t>
            </a:r>
            <a:r>
              <a:rPr lang="en-US" sz="2800" dirty="0"/>
              <a:t>as far as layers above are concerned.</a:t>
            </a:r>
          </a:p>
          <a:p>
            <a:pPr lvl="1"/>
            <a:r>
              <a:rPr lang="en-US" sz="2800" dirty="0"/>
              <a:t>Solve the problems caused by damaged, lost, or duplicate messages so the succeeding layers are shielded from transmission errors.</a:t>
            </a:r>
          </a:p>
          <a:p>
            <a:r>
              <a:rPr lang="en-US" dirty="0">
                <a:solidFill>
                  <a:srgbClr val="FF0000"/>
                </a:solidFill>
              </a:rPr>
              <a:t>Layer 3: Network Layer</a:t>
            </a:r>
          </a:p>
          <a:p>
            <a:pPr lvl="1"/>
            <a:r>
              <a:rPr lang="en-US" sz="2800" dirty="0"/>
              <a:t>The network layer performs </a:t>
            </a:r>
            <a:r>
              <a:rPr lang="en-US" sz="2800" dirty="0">
                <a:solidFill>
                  <a:srgbClr val="FF0000"/>
                </a:solidFill>
              </a:rPr>
              <a:t>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429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88011"/>
            <a:ext cx="11379200" cy="746759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Seven Layers of the OSI Model -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Layer 4: Transport Layer</a:t>
            </a:r>
          </a:p>
          <a:p>
            <a:pPr lvl="1"/>
            <a:r>
              <a:rPr lang="en-US" sz="2800" dirty="0"/>
              <a:t>The transport layer deals with </a:t>
            </a:r>
            <a:r>
              <a:rPr lang="en-US" sz="2800" dirty="0">
                <a:solidFill>
                  <a:srgbClr val="FF0000"/>
                </a:solidFill>
              </a:rPr>
              <a:t>end-to-end issues</a:t>
            </a:r>
            <a:r>
              <a:rPr lang="en-US" sz="2800" dirty="0"/>
              <a:t>, such as procedures for entering and departing from the network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Maintains logical connections</a:t>
            </a:r>
          </a:p>
          <a:p>
            <a:pPr lvl="1"/>
            <a:r>
              <a:rPr lang="en-US" sz="2800" dirty="0"/>
              <a:t>Makes sure that packets are received</a:t>
            </a:r>
          </a:p>
          <a:p>
            <a:r>
              <a:rPr lang="en-US" dirty="0">
                <a:solidFill>
                  <a:srgbClr val="0000FF"/>
                </a:solidFill>
              </a:rPr>
              <a:t>Layer 5: Session Layer</a:t>
            </a:r>
          </a:p>
          <a:p>
            <a:pPr lvl="1"/>
            <a:r>
              <a:rPr lang="en-US" sz="2800" dirty="0"/>
              <a:t>The session layer is responsible for managing and </a:t>
            </a:r>
            <a:r>
              <a:rPr lang="en-US" sz="2800" dirty="0">
                <a:solidFill>
                  <a:srgbClr val="FF0000"/>
                </a:solidFill>
              </a:rPr>
              <a:t>structuring all sessions</a:t>
            </a:r>
          </a:p>
          <a:p>
            <a:pPr lvl="1"/>
            <a:r>
              <a:rPr lang="en-US" sz="2800" dirty="0"/>
              <a:t>Handles session accounting so the correct party receives the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58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Seven Layers of the OSI Model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Layer 6: Presentation Layer</a:t>
            </a:r>
          </a:p>
          <a:p>
            <a:pPr lvl="1"/>
            <a:r>
              <a:rPr lang="en-US" sz="2800" dirty="0"/>
              <a:t>The presentation layer </a:t>
            </a:r>
            <a:r>
              <a:rPr lang="en-US" sz="2800" dirty="0">
                <a:solidFill>
                  <a:srgbClr val="FF0000"/>
                </a:solidFill>
              </a:rPr>
              <a:t>formats the data for presentation to the user</a:t>
            </a:r>
          </a:p>
          <a:p>
            <a:pPr lvl="1"/>
            <a:r>
              <a:rPr lang="en-US" sz="2800" dirty="0"/>
              <a:t>Its job is to accommodate different interfaces on different computers, so the application program need not worry about them.</a:t>
            </a:r>
          </a:p>
          <a:p>
            <a:r>
              <a:rPr lang="en-US" dirty="0">
                <a:solidFill>
                  <a:srgbClr val="FF0000"/>
                </a:solidFill>
              </a:rPr>
              <a:t>Layer 7: Application Layer</a:t>
            </a:r>
          </a:p>
          <a:p>
            <a:pPr lvl="1"/>
            <a:r>
              <a:rPr lang="en-US" sz="2800" dirty="0"/>
              <a:t>The application layer is </a:t>
            </a:r>
            <a:r>
              <a:rPr lang="en-US" sz="2800" dirty="0">
                <a:solidFill>
                  <a:srgbClr val="FF0000"/>
                </a:solidFill>
              </a:rPr>
              <a:t>the end user’s access to the network</a:t>
            </a:r>
          </a:p>
          <a:p>
            <a:pPr lvl="1"/>
            <a:r>
              <a:rPr lang="en-US" sz="2800" dirty="0"/>
              <a:t>The primary purpose is to provide a set of </a:t>
            </a:r>
            <a:r>
              <a:rPr lang="en-US" sz="2800" dirty="0">
                <a:solidFill>
                  <a:srgbClr val="FF0000"/>
                </a:solidFill>
              </a:rPr>
              <a:t>utilities for application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388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350" y="600075"/>
            <a:ext cx="52324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Internet Model (TCP/IP)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752600"/>
            <a:ext cx="8356600" cy="3276600"/>
          </a:xfrm>
        </p:spPr>
        <p:txBody>
          <a:bodyPr>
            <a:normAutofit/>
          </a:bodyPr>
          <a:lstStyle/>
          <a:p>
            <a:r>
              <a:rPr lang="en-US" sz="3200" dirty="0"/>
              <a:t>The network model that dominates current hardware and software is a simple </a:t>
            </a:r>
            <a:r>
              <a:rPr lang="en-US" sz="3200" dirty="0">
                <a:solidFill>
                  <a:srgbClr val="FF0000"/>
                </a:solidFill>
              </a:rPr>
              <a:t>five-layer Internet model.</a:t>
            </a:r>
          </a:p>
          <a:p>
            <a:r>
              <a:rPr lang="en-US" sz="3200" dirty="0"/>
              <a:t>Evolved from the work of thousands of people who developed pieces of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319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38175"/>
            <a:ext cx="11379200" cy="670559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Five Layers of the Internet Model (TCP/IP)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Layer 1: The Physical Layer</a:t>
            </a:r>
          </a:p>
          <a:p>
            <a:pPr lvl="1"/>
            <a:r>
              <a:rPr lang="en-US" dirty="0"/>
              <a:t>The physical layer in the Internet model is the </a:t>
            </a:r>
            <a:r>
              <a:rPr lang="en-US" dirty="0">
                <a:solidFill>
                  <a:srgbClr val="FF0000"/>
                </a:solidFill>
              </a:rPr>
              <a:t>physical connection between the sender and receiver.</a:t>
            </a:r>
          </a:p>
          <a:p>
            <a:pPr lvl="1"/>
            <a:r>
              <a:rPr lang="en-US" dirty="0"/>
              <a:t>The physical layer includes all the hardware devices and physical media</a:t>
            </a:r>
          </a:p>
          <a:p>
            <a:r>
              <a:rPr lang="en-US" dirty="0">
                <a:solidFill>
                  <a:srgbClr val="FF0000"/>
                </a:solidFill>
              </a:rPr>
              <a:t>Layer 2: The Data Link Layer</a:t>
            </a:r>
          </a:p>
          <a:p>
            <a:pPr lvl="1"/>
            <a:r>
              <a:rPr lang="en-US" dirty="0"/>
              <a:t>The data link layer is responsible for moving a message from </a:t>
            </a:r>
            <a:r>
              <a:rPr lang="en-US" dirty="0">
                <a:solidFill>
                  <a:srgbClr val="FF0000"/>
                </a:solidFill>
              </a:rPr>
              <a:t>one computer to the next computer </a:t>
            </a:r>
            <a:r>
              <a:rPr lang="en-US" dirty="0"/>
              <a:t>in the network path from the sender to the receiver.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000" dirty="0"/>
              <a:t>Controls the physical layer by deciding when to transmit messages over the media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Formats the messages </a:t>
            </a:r>
            <a:r>
              <a:rPr lang="en-US" sz="2000" dirty="0"/>
              <a:t>by indicating where they start and end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Detects and may correct any errors </a:t>
            </a:r>
            <a:r>
              <a:rPr lang="en-US" sz="2000" dirty="0"/>
              <a:t>that have occurred during transmission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534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533400"/>
            <a:ext cx="11379200" cy="59435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Five Layers of the Internet Model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368300" y="1295400"/>
            <a:ext cx="11595100" cy="50292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Layer 3: Network Layer</a:t>
            </a:r>
          </a:p>
          <a:p>
            <a:pPr lvl="1"/>
            <a:r>
              <a:rPr lang="en-US" sz="2800" dirty="0"/>
              <a:t>The network layer </a:t>
            </a:r>
            <a:r>
              <a:rPr lang="en-US" sz="2800" dirty="0">
                <a:solidFill>
                  <a:srgbClr val="FF0000"/>
                </a:solidFill>
              </a:rPr>
              <a:t>performs routing</a:t>
            </a:r>
          </a:p>
          <a:p>
            <a:pPr lvl="1"/>
            <a:r>
              <a:rPr lang="en-US" sz="2800" dirty="0"/>
              <a:t>it can find the address of that computer if it does not already know it</a:t>
            </a:r>
          </a:p>
          <a:p>
            <a:r>
              <a:rPr lang="en-US" dirty="0">
                <a:solidFill>
                  <a:srgbClr val="FF0000"/>
                </a:solidFill>
              </a:rPr>
              <a:t>Layer 4:The Transport Layer</a:t>
            </a:r>
          </a:p>
          <a:p>
            <a:pPr lvl="1"/>
            <a:r>
              <a:rPr lang="en-US" sz="2800" dirty="0"/>
              <a:t>It is responsible for linking the application layer software to the network and establishing </a:t>
            </a:r>
            <a:r>
              <a:rPr lang="en-US" sz="2800" dirty="0">
                <a:solidFill>
                  <a:srgbClr val="FF0000"/>
                </a:solidFill>
              </a:rPr>
              <a:t>end-to-end connections.</a:t>
            </a:r>
          </a:p>
          <a:p>
            <a:pPr lvl="1"/>
            <a:r>
              <a:rPr lang="en-US" sz="2800" dirty="0"/>
              <a:t>It is responsible for </a:t>
            </a:r>
            <a:r>
              <a:rPr lang="en-US" sz="2800" dirty="0">
                <a:solidFill>
                  <a:srgbClr val="FF0000"/>
                </a:solidFill>
              </a:rPr>
              <a:t>breaking long messages into several smaller messages </a:t>
            </a:r>
            <a:r>
              <a:rPr lang="en-US" sz="2800" dirty="0"/>
              <a:t>and then recombining the smaller messages back into the original larger message at the receiving end</a:t>
            </a:r>
          </a:p>
          <a:p>
            <a:r>
              <a:rPr lang="en-US" dirty="0">
                <a:solidFill>
                  <a:srgbClr val="FF0000"/>
                </a:solidFill>
              </a:rPr>
              <a:t>Layer 5: Application Layer</a:t>
            </a:r>
          </a:p>
          <a:p>
            <a:pPr lvl="1"/>
            <a:r>
              <a:rPr lang="en-US" sz="2800" dirty="0"/>
              <a:t>The application layer is the </a:t>
            </a:r>
            <a:r>
              <a:rPr lang="en-US" sz="2800" dirty="0">
                <a:solidFill>
                  <a:srgbClr val="FF0000"/>
                </a:solidFill>
              </a:rPr>
              <a:t>application software </a:t>
            </a:r>
            <a:r>
              <a:rPr lang="en-US" sz="2800" dirty="0"/>
              <a:t>used by the network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780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4394200" cy="5943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Groups of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752600"/>
            <a:ext cx="10337800" cy="4114800"/>
          </a:xfrm>
        </p:spPr>
        <p:txBody>
          <a:bodyPr/>
          <a:lstStyle/>
          <a:p>
            <a:r>
              <a:rPr lang="en-US" dirty="0"/>
              <a:t>The layers in the Internet are often so closely coupled that decisions in one layer impose certain requirements on other layers.</a:t>
            </a:r>
          </a:p>
          <a:p>
            <a:r>
              <a:rPr lang="en-US" dirty="0"/>
              <a:t>The data link layer and the physical layer are closely tied</a:t>
            </a:r>
          </a:p>
          <a:p>
            <a:pPr lvl="1"/>
            <a:r>
              <a:rPr lang="en-US" dirty="0"/>
              <a:t>Because of this, decisions about the </a:t>
            </a:r>
            <a:r>
              <a:rPr lang="en-US" dirty="0">
                <a:solidFill>
                  <a:srgbClr val="FF0000"/>
                </a:solidFill>
              </a:rPr>
              <a:t>data link layer often drive the decisions about the physical layer.</a:t>
            </a:r>
          </a:p>
          <a:p>
            <a:pPr lvl="1"/>
            <a:r>
              <a:rPr lang="en-US" dirty="0"/>
              <a:t>Some people group them together and call them the </a:t>
            </a:r>
            <a:r>
              <a:rPr lang="en-US" b="1" i="1" dirty="0"/>
              <a:t>hardware layer</a:t>
            </a:r>
          </a:p>
          <a:p>
            <a:r>
              <a:rPr lang="en-US" dirty="0"/>
              <a:t>The transport and network layers are so closely coupled that sometimes these layers are called the </a:t>
            </a:r>
            <a:r>
              <a:rPr lang="en-US" b="1" i="1" dirty="0">
                <a:solidFill>
                  <a:srgbClr val="FF0000"/>
                </a:solidFill>
              </a:rPr>
              <a:t>internetwork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815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84200"/>
            <a:ext cx="11379200" cy="674369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Message Transmission Using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368300" y="1559560"/>
            <a:ext cx="11379200" cy="4495800"/>
          </a:xfrm>
        </p:spPr>
        <p:txBody>
          <a:bodyPr/>
          <a:lstStyle/>
          <a:p>
            <a:r>
              <a:rPr lang="en-US" dirty="0"/>
              <a:t>Each computer in the network has software that operates at each of the layers and performs the functions required by those layers</a:t>
            </a:r>
          </a:p>
          <a:p>
            <a:r>
              <a:rPr lang="en-US" dirty="0"/>
              <a:t>Each layer in the network uses a formal language, or </a:t>
            </a:r>
            <a:r>
              <a:rPr lang="en-US" b="1" i="1" dirty="0">
                <a:solidFill>
                  <a:srgbClr val="FF0000"/>
                </a:solidFill>
              </a:rPr>
              <a:t>protocol</a:t>
            </a:r>
            <a:r>
              <a:rPr lang="en-US" dirty="0">
                <a:solidFill>
                  <a:srgbClr val="FF0000"/>
                </a:solidFill>
              </a:rPr>
              <a:t>, that is simply a set of rules that define what the layer will do</a:t>
            </a:r>
          </a:p>
          <a:p>
            <a:r>
              <a:rPr lang="en-US" dirty="0"/>
              <a:t>In general, </a:t>
            </a:r>
            <a:r>
              <a:rPr lang="en-US" dirty="0">
                <a:solidFill>
                  <a:srgbClr val="FF0000"/>
                </a:solidFill>
              </a:rPr>
              <a:t>all messages sent in a network pass through all layers</a:t>
            </a:r>
          </a:p>
          <a:p>
            <a:r>
              <a:rPr lang="en-US" dirty="0"/>
              <a:t>All layers except the physical layer create a new </a:t>
            </a:r>
            <a:r>
              <a:rPr lang="en-US" b="1" i="1" dirty="0">
                <a:solidFill>
                  <a:srgbClr val="FF0000"/>
                </a:solidFill>
              </a:rPr>
              <a:t>Protocol Data Unit </a:t>
            </a:r>
            <a:r>
              <a:rPr lang="en-US" dirty="0">
                <a:solidFill>
                  <a:srgbClr val="FF0000"/>
                </a:solidFill>
              </a:rPr>
              <a:t>(PDU</a:t>
            </a:r>
            <a:r>
              <a:rPr lang="en-US" dirty="0"/>
              <a:t>) as the message passes through them.</a:t>
            </a:r>
          </a:p>
          <a:p>
            <a:pPr lvl="1"/>
            <a:r>
              <a:rPr lang="en-US" dirty="0"/>
              <a:t>Contains information that is needed to transmit the message through the network</a:t>
            </a:r>
          </a:p>
          <a:p>
            <a:pPr lvl="1"/>
            <a:r>
              <a:rPr lang="en-US" dirty="0"/>
              <a:t>Some experts use the word </a:t>
            </a:r>
            <a:r>
              <a:rPr lang="en-US" b="1" i="1" dirty="0">
                <a:solidFill>
                  <a:srgbClr val="FF0000"/>
                </a:solidFill>
              </a:rPr>
              <a:t>packet</a:t>
            </a:r>
            <a:r>
              <a:rPr lang="en-US" dirty="0"/>
              <a:t> to mean a PDU.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267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6413"/>
            <a:ext cx="9448800" cy="57784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Message Transmission using Layers Visually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724400" y="1074737"/>
            <a:ext cx="6631870" cy="542607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728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79120"/>
            <a:ext cx="51562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Application Layer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200025" y="1828800"/>
            <a:ext cx="7467600" cy="3505200"/>
          </a:xfrm>
        </p:spPr>
        <p:txBody>
          <a:bodyPr/>
          <a:lstStyle/>
          <a:p>
            <a:r>
              <a:rPr lang="en-US" dirty="0"/>
              <a:t>The user creates a message at the application layer using a </a:t>
            </a:r>
            <a:r>
              <a:rPr lang="en-US" dirty="0">
                <a:solidFill>
                  <a:srgbClr val="FF0000"/>
                </a:solidFill>
              </a:rPr>
              <a:t>Web browser by clicking on a link</a:t>
            </a:r>
            <a:r>
              <a:rPr lang="en-US" dirty="0"/>
              <a:t>.</a:t>
            </a:r>
          </a:p>
          <a:p>
            <a:r>
              <a:rPr lang="en-US" dirty="0"/>
              <a:t>The browser translates the user’s message into </a:t>
            </a:r>
            <a:r>
              <a:rPr lang="en-US" dirty="0">
                <a:solidFill>
                  <a:srgbClr val="FF0000"/>
                </a:solidFill>
              </a:rPr>
              <a:t>HTTP.</a:t>
            </a:r>
          </a:p>
          <a:p>
            <a:r>
              <a:rPr lang="en-US" dirty="0"/>
              <a:t>The Web browser fills in the necessary information in the HTTP packet, drops the user’s request </a:t>
            </a:r>
            <a:r>
              <a:rPr lang="en-US" dirty="0">
                <a:solidFill>
                  <a:srgbClr val="FF0000"/>
                </a:solidFill>
              </a:rPr>
              <a:t>inside the packet</a:t>
            </a:r>
            <a:r>
              <a:rPr lang="en-US" dirty="0"/>
              <a:t>, then passes the HTTP packet to </a:t>
            </a:r>
            <a:r>
              <a:rPr lang="en-US" dirty="0">
                <a:solidFill>
                  <a:srgbClr val="FF0000"/>
                </a:solidFill>
              </a:rPr>
              <a:t>the transport layer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337" y="990600"/>
            <a:ext cx="3445934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580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4318000" cy="594359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752600"/>
            <a:ext cx="8661400" cy="4419600"/>
          </a:xfrm>
        </p:spPr>
        <p:txBody>
          <a:bodyPr>
            <a:normAutofit/>
          </a:bodyPr>
          <a:lstStyle/>
          <a:p>
            <a:r>
              <a:rPr lang="en-US" dirty="0"/>
              <a:t>The transport layer on the Internet uses a protocol called </a:t>
            </a:r>
            <a:r>
              <a:rPr lang="en-US" b="1" i="1" dirty="0">
                <a:solidFill>
                  <a:srgbClr val="FF0000"/>
                </a:solidFill>
              </a:rPr>
              <a:t>TCP</a:t>
            </a:r>
            <a:r>
              <a:rPr lang="en-US" dirty="0">
                <a:solidFill>
                  <a:srgbClr val="FF0000"/>
                </a:solidFill>
              </a:rPr>
              <a:t> (transmission control protocol).</a:t>
            </a:r>
          </a:p>
          <a:p>
            <a:r>
              <a:rPr lang="en-US" dirty="0"/>
              <a:t>TCP is responsible for </a:t>
            </a:r>
            <a:r>
              <a:rPr lang="en-US" dirty="0">
                <a:solidFill>
                  <a:srgbClr val="FF0000"/>
                </a:solidFill>
              </a:rPr>
              <a:t>breaking large files into smaller </a:t>
            </a:r>
            <a:r>
              <a:rPr lang="en-US" dirty="0"/>
              <a:t>packets and for opening a connection to the server for the transfer of a large set of packets.</a:t>
            </a:r>
          </a:p>
          <a:p>
            <a:r>
              <a:rPr lang="en-US" dirty="0"/>
              <a:t>The transport layer places the HTTP packet inside a TCP PDU fills in the information needed by the </a:t>
            </a:r>
            <a:r>
              <a:rPr lang="en-US" dirty="0">
                <a:solidFill>
                  <a:srgbClr val="FF0000"/>
                </a:solidFill>
              </a:rPr>
              <a:t>TCP segment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passes the TCP segment to the network layer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603" y="611372"/>
            <a:ext cx="2884968" cy="236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825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4851400" cy="8382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Network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828800"/>
            <a:ext cx="7899400" cy="3657600"/>
          </a:xfrm>
        </p:spPr>
        <p:txBody>
          <a:bodyPr>
            <a:normAutofit/>
          </a:bodyPr>
          <a:lstStyle/>
          <a:p>
            <a:r>
              <a:rPr lang="en-US" sz="3200" dirty="0"/>
              <a:t>The network layer on the Internet uses a protocol called </a:t>
            </a:r>
            <a:r>
              <a:rPr lang="en-US" sz="3200" b="1" i="1" dirty="0">
                <a:solidFill>
                  <a:srgbClr val="FF0000"/>
                </a:solidFill>
              </a:rPr>
              <a:t>IP</a:t>
            </a:r>
            <a:r>
              <a:rPr lang="en-US" sz="3200" dirty="0">
                <a:solidFill>
                  <a:srgbClr val="FF0000"/>
                </a:solidFill>
              </a:rPr>
              <a:t> (Internet Protocol)</a:t>
            </a:r>
          </a:p>
          <a:p>
            <a:r>
              <a:rPr lang="en-US" sz="3200" dirty="0"/>
              <a:t>IP selects the </a:t>
            </a:r>
            <a:r>
              <a:rPr lang="en-US" sz="3200" dirty="0">
                <a:solidFill>
                  <a:srgbClr val="FF0000"/>
                </a:solidFill>
              </a:rPr>
              <a:t>next stop on the message’s route </a:t>
            </a:r>
            <a:r>
              <a:rPr lang="en-US" sz="3200" dirty="0"/>
              <a:t>through the network.</a:t>
            </a:r>
          </a:p>
          <a:p>
            <a:r>
              <a:rPr lang="en-US" sz="3200" dirty="0"/>
              <a:t>It places the </a:t>
            </a:r>
            <a:r>
              <a:rPr lang="en-US" sz="3200" dirty="0">
                <a:solidFill>
                  <a:srgbClr val="FF0000"/>
                </a:solidFill>
              </a:rPr>
              <a:t>TCP segment </a:t>
            </a:r>
            <a:r>
              <a:rPr lang="en-US" sz="3200" dirty="0"/>
              <a:t>inside an IP PDU and passes the </a:t>
            </a:r>
            <a:r>
              <a:rPr lang="en-US" sz="3200" dirty="0">
                <a:solidFill>
                  <a:srgbClr val="FF0000"/>
                </a:solidFill>
              </a:rPr>
              <a:t>IP packet to the data link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455" y="685800"/>
            <a:ext cx="3442095" cy="28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88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777241"/>
            <a:ext cx="40894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279400" y="1752601"/>
            <a:ext cx="7975600" cy="32766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The data link layer uses a protocol called </a:t>
            </a:r>
            <a:r>
              <a:rPr lang="en-US" sz="3200" b="1" i="1" dirty="0">
                <a:solidFill>
                  <a:srgbClr val="FF0000"/>
                </a:solidFill>
              </a:rPr>
              <a:t>Ethernet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to connect to the Internet.</a:t>
            </a:r>
          </a:p>
          <a:p>
            <a:r>
              <a:rPr lang="en-US" sz="3200" dirty="0"/>
              <a:t>The data link layer </a:t>
            </a:r>
            <a:r>
              <a:rPr lang="en-US" sz="3200" dirty="0">
                <a:solidFill>
                  <a:srgbClr val="FF0000"/>
                </a:solidFill>
              </a:rPr>
              <a:t>formats the message with start </a:t>
            </a:r>
            <a:r>
              <a:rPr lang="en-US" sz="3200" dirty="0"/>
              <a:t>and stop markers, </a:t>
            </a:r>
            <a:r>
              <a:rPr lang="en-US" sz="3200" dirty="0">
                <a:solidFill>
                  <a:srgbClr val="FF0000"/>
                </a:solidFill>
              </a:rPr>
              <a:t>adds error checks information</a:t>
            </a:r>
            <a:r>
              <a:rPr lang="en-US" sz="3200" dirty="0"/>
              <a:t>.</a:t>
            </a:r>
          </a:p>
          <a:p>
            <a:r>
              <a:rPr lang="en-US" sz="3200" dirty="0"/>
              <a:t>It instructs the physical </a:t>
            </a:r>
            <a:r>
              <a:rPr lang="en-US" sz="3200" dirty="0">
                <a:solidFill>
                  <a:srgbClr val="FF0000"/>
                </a:solidFill>
              </a:rPr>
              <a:t>hardware to transmit the Ethernet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798" y="685800"/>
            <a:ext cx="3352802" cy="27432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678A67C-BA8C-C715-8ECE-E8DF427AF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363" y="4441826"/>
            <a:ext cx="5341010" cy="117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2F6906-FF56-DC5A-19E9-867F5C255A90}"/>
              </a:ext>
            </a:extLst>
          </p:cNvPr>
          <p:cNvSpPr txBox="1"/>
          <p:nvPr/>
        </p:nvSpPr>
        <p:spPr>
          <a:xfrm>
            <a:off x="6781800" y="5616575"/>
            <a:ext cx="419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b="1" i="1" dirty="0">
                <a:solidFill>
                  <a:srgbClr val="993300"/>
                </a:solidFill>
                <a:effectLst/>
                <a:latin typeface="Verdana" panose="020B0604030504040204" pitchFamily="34" charset="0"/>
              </a:rPr>
              <a:t>Structure of a Frame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92768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Physical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2286000"/>
            <a:ext cx="7823200" cy="3429000"/>
          </a:xfrm>
        </p:spPr>
        <p:txBody>
          <a:bodyPr/>
          <a:lstStyle/>
          <a:p>
            <a:r>
              <a:rPr lang="en-US" dirty="0"/>
              <a:t>The physical layer in this case is </a:t>
            </a:r>
            <a:r>
              <a:rPr lang="en-US" dirty="0">
                <a:solidFill>
                  <a:srgbClr val="FF0000"/>
                </a:solidFill>
              </a:rPr>
              <a:t>network cable </a:t>
            </a:r>
            <a:r>
              <a:rPr lang="en-US" dirty="0"/>
              <a:t>connecting your computer to the rest of the network.</a:t>
            </a:r>
          </a:p>
          <a:p>
            <a:r>
              <a:rPr lang="en-US" dirty="0"/>
              <a:t>The computer will take the Ethernet frame and send it as a series of </a:t>
            </a:r>
            <a:r>
              <a:rPr lang="en-US" dirty="0">
                <a:solidFill>
                  <a:srgbClr val="FF0000"/>
                </a:solidFill>
              </a:rPr>
              <a:t>electrical pulses through your cable to the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676276"/>
            <a:ext cx="3352800" cy="2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75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The Pros and Cons of using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are many different software packages and many different PDUs that operate at different layers to successfully transfer a message</a:t>
            </a:r>
          </a:p>
          <a:p>
            <a:pPr lvl="1"/>
            <a:r>
              <a:rPr lang="en-US" dirty="0"/>
              <a:t>Networking is in some ways similar to the Russian nested dolls</a:t>
            </a:r>
          </a:p>
          <a:p>
            <a:pPr lvl="1"/>
            <a:r>
              <a:rPr lang="en-US" dirty="0"/>
              <a:t>This is called encapsulation, because the PDU at a higher level is placed inside the PDU at a lower level.</a:t>
            </a:r>
          </a:p>
          <a:p>
            <a:r>
              <a:rPr lang="en-US" dirty="0"/>
              <a:t>For communication to be successful, each layer in one computer must be able to communicate with its matching layer in the other computer</a:t>
            </a:r>
          </a:p>
          <a:p>
            <a:pPr lvl="1"/>
            <a:r>
              <a:rPr lang="en-US" dirty="0"/>
              <a:t>Ensuring that the software used at the different layers is the same as accomplished by using standards</a:t>
            </a:r>
          </a:p>
          <a:p>
            <a:pPr lvl="1"/>
            <a:r>
              <a:rPr lang="en-US" dirty="0"/>
              <a:t>A standard defines a set of rules, called </a:t>
            </a:r>
            <a:r>
              <a:rPr lang="en-US" b="1" i="1" dirty="0"/>
              <a:t>protocols</a:t>
            </a:r>
          </a:p>
          <a:p>
            <a:r>
              <a:rPr lang="en-US" dirty="0"/>
              <a:t>The major disadvantage of using a layered network model is that it is somewhat inefficient</a:t>
            </a:r>
          </a:p>
          <a:p>
            <a:pPr lvl="1"/>
            <a:r>
              <a:rPr lang="en-US" dirty="0"/>
              <a:t>Because there are several layers, a message involves many software programs and PDUs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6450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1.4 Network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Standards are necessary in almost every business and public service entity</a:t>
            </a:r>
          </a:p>
          <a:p>
            <a:r>
              <a:rPr lang="en-US" dirty="0"/>
              <a:t>The primary reason for standards is to ensure that hardware and software produced by different vendors can work together</a:t>
            </a:r>
          </a:p>
          <a:p>
            <a:r>
              <a:rPr lang="en-US" dirty="0"/>
              <a:t>Standards also mean that customers are not locked into one vendor</a:t>
            </a:r>
          </a:p>
          <a:p>
            <a:r>
              <a:rPr lang="en-US" dirty="0"/>
              <a:t>The use of </a:t>
            </a:r>
            <a:r>
              <a:rPr lang="en-US" dirty="0">
                <a:solidFill>
                  <a:srgbClr val="FF0000"/>
                </a:solidFill>
              </a:rPr>
              <a:t>standards makes it much easier to develop software and hardware </a:t>
            </a:r>
            <a:r>
              <a:rPr lang="en-US" dirty="0"/>
              <a:t>that link different networks because software and hardware can be developed one layer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157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7137400" cy="746759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The Standards-Making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304800" y="1608455"/>
            <a:ext cx="11379200" cy="4495800"/>
          </a:xfrm>
        </p:spPr>
        <p:txBody>
          <a:bodyPr>
            <a:normAutofit/>
          </a:bodyPr>
          <a:lstStyle/>
          <a:p>
            <a:r>
              <a:rPr lang="en-US" dirty="0"/>
              <a:t>There are two types of standards: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 jure (official)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 facto (vendor supported but no official standing)</a:t>
            </a:r>
          </a:p>
          <a:p>
            <a:r>
              <a:rPr lang="en-US" dirty="0"/>
              <a:t>A de jure standard is developed by an official industry or a government body and is often called a </a:t>
            </a:r>
            <a:r>
              <a:rPr lang="en-US" dirty="0">
                <a:solidFill>
                  <a:srgbClr val="FF0000"/>
                </a:solidFill>
              </a:rPr>
              <a:t>formal standard</a:t>
            </a:r>
          </a:p>
          <a:p>
            <a:pPr lvl="1"/>
            <a:r>
              <a:rPr lang="en-US" dirty="0"/>
              <a:t>Typically take several to develop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000" dirty="0"/>
              <a:t>Specifications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000" dirty="0"/>
              <a:t>Identification of choices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000" dirty="0"/>
              <a:t>Acceptance</a:t>
            </a:r>
          </a:p>
          <a:p>
            <a:pPr marL="578358" indent="-514350"/>
            <a:r>
              <a:rPr lang="en-US" dirty="0"/>
              <a:t>De facto standards are those that emerge in the marketplace and are supported by several vendors but have no official 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03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0"/>
            <a:ext cx="7086600" cy="7467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Standard Making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676400"/>
            <a:ext cx="11379200" cy="4572000"/>
          </a:xfrm>
        </p:spPr>
        <p:txBody>
          <a:bodyPr/>
          <a:lstStyle/>
          <a:p>
            <a:r>
              <a:rPr lang="en-US" dirty="0"/>
              <a:t>International Organization for Standardization</a:t>
            </a:r>
          </a:p>
          <a:p>
            <a:pPr lvl="1"/>
            <a:r>
              <a:rPr lang="en-US" dirty="0"/>
              <a:t>The membership is composed of the national standards organizations of each ISO member country</a:t>
            </a:r>
          </a:p>
          <a:p>
            <a:r>
              <a:rPr lang="en-US" dirty="0"/>
              <a:t>International Telecommunications Union-Telecommunications Group </a:t>
            </a:r>
            <a:r>
              <a:rPr lang="en-US" dirty="0">
                <a:solidFill>
                  <a:srgbClr val="FF0000"/>
                </a:solidFill>
              </a:rPr>
              <a:t>(ITU‑T)</a:t>
            </a:r>
          </a:p>
          <a:p>
            <a:pPr lvl="1"/>
            <a:r>
              <a:rPr lang="en-US" dirty="0"/>
              <a:t>The technical standards-setting organization of the United Nations International Telecommunications Union</a:t>
            </a:r>
          </a:p>
          <a:p>
            <a:r>
              <a:rPr lang="en-US" dirty="0">
                <a:solidFill>
                  <a:srgbClr val="FF0000"/>
                </a:solidFill>
              </a:rPr>
              <a:t>American National Standards Institute (ANSI)</a:t>
            </a:r>
          </a:p>
          <a:p>
            <a:pPr lvl="1"/>
            <a:r>
              <a:rPr lang="en-US" dirty="0"/>
              <a:t>The coordinating organization for the U.S. national system of standards for both technology and nontechnology.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65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Standard Making Organizations </a:t>
            </a:r>
            <a:r>
              <a:rPr lang="en-US" sz="24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Institute of Electrical and Electronics Engineers (IEEE)</a:t>
            </a:r>
          </a:p>
          <a:p>
            <a:pPr lvl="1"/>
            <a:r>
              <a:rPr lang="en-US" dirty="0"/>
              <a:t>A professional society in the United States whose Standards Association (IEEE-SA) develops standards. E.g. </a:t>
            </a:r>
            <a:r>
              <a:rPr lang="en-US" dirty="0">
                <a:solidFill>
                  <a:srgbClr val="FF0000"/>
                </a:solidFill>
              </a:rPr>
              <a:t>IEEE 802.3 for Ethernet; 802.11 for wireless LAN</a:t>
            </a:r>
          </a:p>
          <a:p>
            <a:r>
              <a:rPr lang="en-US" dirty="0">
                <a:solidFill>
                  <a:srgbClr val="FF0000"/>
                </a:solidFill>
              </a:rPr>
              <a:t>Internet Engineering Task Force (IETF)</a:t>
            </a:r>
          </a:p>
          <a:p>
            <a:pPr lvl="1"/>
            <a:r>
              <a:rPr lang="en-US" dirty="0"/>
              <a:t>Sets the standards that govern how much of the Internet will operate.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305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25" y="609600"/>
            <a:ext cx="11379200" cy="4419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Some Common Data Communications Standards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014269" y="1219200"/>
            <a:ext cx="6439437" cy="5334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7571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09600"/>
            <a:ext cx="4165600" cy="867408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1.5 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371600"/>
            <a:ext cx="11379200" cy="4876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Wireless LAN </a:t>
            </a:r>
            <a:r>
              <a:rPr lang="en-US" dirty="0"/>
              <a:t>and BYOD</a:t>
            </a:r>
          </a:p>
          <a:p>
            <a:pPr lvl="1"/>
            <a:r>
              <a:rPr lang="en-US" dirty="0"/>
              <a:t>The rapid development of mobile devices has encouraged employers to allow their employees to bring these devices to work and use them to access data</a:t>
            </a:r>
          </a:p>
          <a:p>
            <a:pPr lvl="1"/>
            <a:r>
              <a:rPr lang="en-US" dirty="0"/>
              <a:t>Employers face myriad decisions about how to manage access to company applications for BYOD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The Internet of things</a:t>
            </a:r>
          </a:p>
          <a:p>
            <a:pPr lvl="1"/>
            <a:r>
              <a:rPr lang="en-US" dirty="0"/>
              <a:t>In the future, the Internet will move from being a Web of computers to also being an Internet of Things (IoT), as smart devices become common, that creates the Network of Things (</a:t>
            </a:r>
            <a:r>
              <a:rPr lang="en-US" dirty="0" err="1"/>
              <a:t>NoT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Massively online</a:t>
            </a:r>
          </a:p>
          <a:p>
            <a:pPr lvl="1"/>
            <a:r>
              <a:rPr lang="en-US" dirty="0"/>
              <a:t>Games are massively online</a:t>
            </a:r>
          </a:p>
          <a:p>
            <a:pPr lvl="1"/>
            <a:r>
              <a:rPr lang="en-US" dirty="0"/>
              <a:t>Education is massively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246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1.6 Implications for Cyber Security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752601"/>
            <a:ext cx="11379200" cy="335279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Networks and the Internet change almost everything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Today’s networking environment requires that a wide variety of devices could connect.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As the demand for </a:t>
            </a:r>
            <a:r>
              <a:rPr lang="en-US" sz="3200" dirty="0">
                <a:solidFill>
                  <a:srgbClr val="FF0000"/>
                </a:solidFill>
              </a:rPr>
              <a:t>network services </a:t>
            </a:r>
            <a:r>
              <a:rPr lang="en-US" sz="3200" dirty="0"/>
              <a:t>and </a:t>
            </a:r>
            <a:r>
              <a:rPr lang="en-US" sz="3200" dirty="0">
                <a:solidFill>
                  <a:srgbClr val="FF0000"/>
                </a:solidFill>
              </a:rPr>
              <a:t>network capacity </a:t>
            </a:r>
            <a:r>
              <a:rPr lang="en-US" sz="3200" dirty="0"/>
              <a:t>increases, so too will the need for </a:t>
            </a:r>
            <a:r>
              <a:rPr lang="en-US" sz="3200" dirty="0">
                <a:solidFill>
                  <a:srgbClr val="FF0000"/>
                </a:solidFill>
              </a:rPr>
              <a:t>secure storage and server space and secure transfer </a:t>
            </a:r>
            <a:r>
              <a:rPr lang="en-US" sz="3200">
                <a:solidFill>
                  <a:srgbClr val="FF0000"/>
                </a:solidFill>
              </a:rPr>
              <a:t>of data.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67B19427-F580-D146-B60E-4CADEE75497F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295358"/>
      </p:ext>
    </p:extLst>
  </p:cSld>
  <p:clrMapOvr>
    <a:masterClrMapping/>
  </p:clrMapOvr>
</p:sld>
</file>

<file path=ppt/theme/theme1.xml><?xml version="1.0" encoding="utf-8"?>
<a:theme xmlns:a="http://schemas.openxmlformats.org/drawingml/2006/main" name="Open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ADB653A1-22A9-4BD0-B2B5-00B2E53CA889}"/>
    </a:ext>
  </a:extLst>
</a:theme>
</file>

<file path=ppt/theme/theme2.xml><?xml version="1.0" encoding="utf-8"?>
<a:theme xmlns:a="http://schemas.openxmlformats.org/drawingml/2006/main" name="Chapter Outline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25467C8E-E53C-4AD9-A914-F685BED9852C}"/>
    </a:ext>
  </a:extLst>
</a:theme>
</file>

<file path=ppt/theme/theme3.xml><?xml version="1.0" encoding="utf-8"?>
<a:theme xmlns:a="http://schemas.openxmlformats.org/drawingml/2006/main" name="Learning Objectives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895C9AC-D919-427F-9B86-94C36E44A5AC}"/>
    </a:ext>
  </a:extLst>
</a:theme>
</file>

<file path=ppt/theme/theme4.xml><?xml version="1.0" encoding="utf-8"?>
<a:theme xmlns:a="http://schemas.openxmlformats.org/drawingml/2006/main" name="Concept Check Ques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DF06AF5-28F1-4349-ABBF-0F854C7FF2AB}"/>
    </a:ext>
  </a:extLst>
</a:theme>
</file>

<file path=ppt/theme/theme5.xml><?xml version="1.0" encoding="utf-8"?>
<a:theme xmlns:a="http://schemas.openxmlformats.org/drawingml/2006/main" name="Key Term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DCC268CD-8C3E-414C-B079-8C7CF400294A}"/>
    </a:ext>
  </a:extLst>
</a:theme>
</file>

<file path=ppt/theme/theme6.xml><?xml version="1.0" encoding="utf-8"?>
<a:theme xmlns:a="http://schemas.openxmlformats.org/drawingml/2006/main" name="Sec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1E4FF330-8D2F-4F8D-BD47-17DD76922698}"/>
    </a:ext>
  </a:extLst>
</a:theme>
</file>

<file path=ppt/theme/theme7.xml><?xml version="1.0" encoding="utf-8"?>
<a:theme xmlns:a="http://schemas.openxmlformats.org/drawingml/2006/main" name="Image Slide Mast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9997BA5C-0A08-467C-973F-4C065CD0136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FC5FF765D7D64998B8A00072F6BAD5" ma:contentTypeVersion="15" ma:contentTypeDescription="Create a new document." ma:contentTypeScope="" ma:versionID="7dc141ca22241caa5807500f3576adfb">
  <xsd:schema xmlns:xsd="http://www.w3.org/2001/XMLSchema" xmlns:xs="http://www.w3.org/2001/XMLSchema" xmlns:p="http://schemas.microsoft.com/office/2006/metadata/properties" xmlns:ns1="http://schemas.microsoft.com/sharepoint/v3" xmlns:ns3="3acb1e6a-c770-49d5-a476-585c8d9f4762" xmlns:ns4="2849ce5b-a999-43ca-9b4e-9342bc28e78e" targetNamespace="http://schemas.microsoft.com/office/2006/metadata/properties" ma:root="true" ma:fieldsID="8f0ef06240b3429aa59a01c4d08c16e4" ns1:_="" ns3:_="" ns4:_="">
    <xsd:import namespace="http://schemas.microsoft.com/sharepoint/v3"/>
    <xsd:import namespace="3acb1e6a-c770-49d5-a476-585c8d9f4762"/>
    <xsd:import namespace="2849ce5b-a999-43ca-9b4e-9342bc28e78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cb1e6a-c770-49d5-a476-585c8d9f47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9ce5b-a999-43ca-9b4e-9342bc28e7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acb1e6a-c770-49d5-a476-585c8d9f4762">
      <UserInfo>
        <DisplayName>McGinniss, Allison</DisplayName>
        <AccountId>4797</AccountId>
        <AccountType/>
      </UserInfo>
      <UserInfo>
        <DisplayName>Boylan, Jon</DisplayName>
        <AccountId>3791</AccountId>
        <AccountType/>
      </UserInfo>
      <UserInfo>
        <DisplayName>Swinford, Christin - Indianapolis</DisplayName>
        <AccountId>2742</AccountId>
        <AccountType/>
      </UserInfo>
      <UserInfo>
        <DisplayName>Davis, Kathy</DisplayName>
        <AccountId>3885</AccountId>
        <AccountType/>
      </UserInfo>
      <UserInfo>
        <DisplayName>Trent, Michael</DisplayName>
        <AccountId>3890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DECD1DE-F5AD-4A6B-99F8-E38245CC2D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4E8EDE-B712-4183-997A-9529F0F6D8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acb1e6a-c770-49d5-a476-585c8d9f4762"/>
    <ds:schemaRef ds:uri="2849ce5b-a999-43ca-9b4e-9342bc28e7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EFD79E-06AF-4973-A733-BC27ECAABB1B}">
  <ds:schemaRefs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2849ce5b-a999-43ca-9b4e-9342bc28e78e"/>
    <ds:schemaRef ds:uri="3acb1e6a-c770-49d5-a476-585c8d9f4762"/>
    <ds:schemaRef ds:uri="http://schemas.microsoft.com/sharepoint/v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McDaniel Template</Template>
  <TotalTime>483</TotalTime>
  <Words>3000</Words>
  <Application>Microsoft Office PowerPoint</Application>
  <PresentationFormat>Widescreen</PresentationFormat>
  <Paragraphs>311</Paragraphs>
  <Slides>40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Arial</vt:lpstr>
      <vt:lpstr>Calibri</vt:lpstr>
      <vt:lpstr>Calibri Light</vt:lpstr>
      <vt:lpstr>Courier New</vt:lpstr>
      <vt:lpstr>Source Sans Pro</vt:lpstr>
      <vt:lpstr>Verdana</vt:lpstr>
      <vt:lpstr>Opener</vt:lpstr>
      <vt:lpstr>Chapter Outline</vt:lpstr>
      <vt:lpstr>Learning Objectives</vt:lpstr>
      <vt:lpstr>Concept Check Question</vt:lpstr>
      <vt:lpstr>Key Term</vt:lpstr>
      <vt:lpstr>Section</vt:lpstr>
      <vt:lpstr>Image Slide Master</vt:lpstr>
      <vt:lpstr>Business Data Communications</vt:lpstr>
      <vt:lpstr>Learning Objectives</vt:lpstr>
      <vt:lpstr>Industrial Revolutions</vt:lpstr>
      <vt:lpstr>1.1 Introduction</vt:lpstr>
      <vt:lpstr>Three Fundamental Questions</vt:lpstr>
      <vt:lpstr>Core IT Capabilities within Organizational Settings</vt:lpstr>
      <vt:lpstr>What is MIS?</vt:lpstr>
      <vt:lpstr>1.2 Data Communications Networks</vt:lpstr>
      <vt:lpstr>Example of a Local Area Network (LAN)</vt:lpstr>
      <vt:lpstr>LAN Terms</vt:lpstr>
      <vt:lpstr>Network Components - End Devices </vt:lpstr>
      <vt:lpstr>Network Components - Intermediary Network Devices</vt:lpstr>
      <vt:lpstr>Server Types</vt:lpstr>
      <vt:lpstr>Types of Networks</vt:lpstr>
      <vt:lpstr>Intranets and Extranets</vt:lpstr>
      <vt:lpstr>1.3 Network Models</vt:lpstr>
      <vt:lpstr>Open Systems Interconnection (OSI) Reference Model</vt:lpstr>
      <vt:lpstr>Network Models</vt:lpstr>
      <vt:lpstr>Seven Layers of the OSI Model</vt:lpstr>
      <vt:lpstr>Seven Layers of the OSI Model - Continued</vt:lpstr>
      <vt:lpstr>Seven Layers of the OSI Model Continued</vt:lpstr>
      <vt:lpstr>Internet Model (TCP/IP)</vt:lpstr>
      <vt:lpstr>Five Layers of the Internet Model (TCP/IP)</vt:lpstr>
      <vt:lpstr>Five Layers of the Internet Model Continued</vt:lpstr>
      <vt:lpstr>Groups of Layers</vt:lpstr>
      <vt:lpstr>Message Transmission Using Layers</vt:lpstr>
      <vt:lpstr>Message Transmission using Layers Visually</vt:lpstr>
      <vt:lpstr>Application Layer </vt:lpstr>
      <vt:lpstr>Transport Layer</vt:lpstr>
      <vt:lpstr>Network Layer</vt:lpstr>
      <vt:lpstr>Data Link Layer</vt:lpstr>
      <vt:lpstr>Physical Layer</vt:lpstr>
      <vt:lpstr>The Pros and Cons of using Layers</vt:lpstr>
      <vt:lpstr>1.4 Network Standards</vt:lpstr>
      <vt:lpstr>The Standards-Making Process</vt:lpstr>
      <vt:lpstr>Standard Making Organizations</vt:lpstr>
      <vt:lpstr>Standard Making Organizations Continued</vt:lpstr>
      <vt:lpstr>Some Common Data Communications Standards</vt:lpstr>
      <vt:lpstr>1.5 Future Trends</vt:lpstr>
      <vt:lpstr>1.6 Implications for Cyber Security</vt:lpstr>
    </vt:vector>
  </TitlesOfParts>
  <Manager>Judy Howarth</Manager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Data Communications</dc:title>
  <dc:subject>Business Data Communications 14e</dc:subject>
  <dc:creator>Ronny Richardson</dc:creator>
  <cp:keywords>Business</cp:keywords>
  <dc:description>This file was created by:_x000d_
_x000d_
Dr. Ronny Richardson_x000d_
Professor of Operations Management_x000d_
Coles College of Business_x000d_
Kennesaw State University_x000d_
_x000d_
DrRonnyRichardson@gmail.com</dc:description>
  <cp:lastModifiedBy>Nurul Sarkar</cp:lastModifiedBy>
  <cp:revision>33</cp:revision>
  <cp:lastPrinted>2024-02-27T22:05:22Z</cp:lastPrinted>
  <dcterms:created xsi:type="dcterms:W3CDTF">2021-04-29T19:32:45Z</dcterms:created>
  <dcterms:modified xsi:type="dcterms:W3CDTF">2024-07-16T10:07:59Z</dcterms:modified>
  <cp:category>PowerPoint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0x0101006FFC5FF765D7D64998B8A00072F6BAD5</vt:lpwstr>
  </property>
</Properties>
</file>