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6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9" r:id="rId4"/>
    <p:sldMasterId id="2147483936" r:id="rId5"/>
    <p:sldMasterId id="2147483943" r:id="rId6"/>
    <p:sldMasterId id="2147483965" r:id="rId7"/>
    <p:sldMasterId id="2147483968" r:id="rId8"/>
    <p:sldMasterId id="2147483971" r:id="rId9"/>
    <p:sldMasterId id="2147483976" r:id="rId10"/>
  </p:sldMasterIdLst>
  <p:notesMasterIdLst>
    <p:notesMasterId r:id="rId4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926" r:id="rId19"/>
    <p:sldId id="1070" r:id="rId20"/>
    <p:sldId id="1071" r:id="rId21"/>
    <p:sldId id="267" r:id="rId22"/>
    <p:sldId id="268" r:id="rId23"/>
    <p:sldId id="788" r:id="rId24"/>
    <p:sldId id="1072" r:id="rId25"/>
    <p:sldId id="1074" r:id="rId26"/>
    <p:sldId id="1075" r:id="rId27"/>
    <p:sldId id="1076" r:id="rId28"/>
    <p:sldId id="1138" r:id="rId29"/>
    <p:sldId id="1139" r:id="rId30"/>
    <p:sldId id="1140" r:id="rId31"/>
    <p:sldId id="318" r:id="rId32"/>
    <p:sldId id="319" r:id="rId33"/>
    <p:sldId id="323" r:id="rId34"/>
    <p:sldId id="329" r:id="rId35"/>
    <p:sldId id="330" r:id="rId36"/>
    <p:sldId id="326" r:id="rId37"/>
    <p:sldId id="270" r:id="rId38"/>
    <p:sldId id="271" r:id="rId39"/>
    <p:sldId id="272" r:id="rId40"/>
    <p:sldId id="273" r:id="rId41"/>
  </p:sldIdLst>
  <p:sldSz cx="12192000" cy="6858000"/>
  <p:notesSz cx="6807200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arvin, Megan - Hoboken" initials="MG" lastIdx="38" clrIdx="0"/>
  <p:cmAuthor id="1" name="Michael, Leah - Indianapolis" initials="LM" lastIdx="9" clrIdx="1"/>
  <p:cmAuthor id="2" name="Heaney, Barbara - Hoboken" initials="BH" lastIdx="3" clrIdx="2"/>
  <p:cmAuthor id="3" name="Perry, Nancy - Hoboken" initials="NP" lastIdx="2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AEAE9"/>
    <a:srgbClr val="E4E5E3"/>
    <a:srgbClr val="F2F2F1"/>
    <a:srgbClr val="EB97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9051" autoAdjust="0"/>
  </p:normalViewPr>
  <p:slideViewPr>
    <p:cSldViewPr>
      <p:cViewPr varScale="1">
        <p:scale>
          <a:sx n="95" d="100"/>
          <a:sy n="95" d="100"/>
        </p:scale>
        <p:origin x="20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40260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70" d="100"/>
        <a:sy n="70" d="100"/>
      </p:scale>
      <p:origin x="0" y="6254"/>
    </p:cViewPr>
  </p:sorterViewPr>
  <p:notesViewPr>
    <p:cSldViewPr>
      <p:cViewPr varScale="1">
        <p:scale>
          <a:sx n="134" d="100"/>
          <a:sy n="134" d="100"/>
        </p:scale>
        <p:origin x="3184" y="200"/>
      </p:cViewPr>
      <p:guideLst>
        <p:guide orient="horz" pos="3131"/>
        <p:guide pos="214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commentAuthors" Target="commentAuthors.xml"/><Relationship Id="rId48" Type="http://schemas.microsoft.com/office/2016/11/relationships/changesInfo" Target="changesInfos/changesInfo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theme" Target="theme/theme1.xml"/><Relationship Id="rId20" Type="http://schemas.openxmlformats.org/officeDocument/2006/relationships/slide" Target="slides/slide10.xml"/><Relationship Id="rId41" Type="http://schemas.openxmlformats.org/officeDocument/2006/relationships/slide" Target="slides/slide3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rul Sarkar" userId="71db43f0-bfba-485f-96db-bcbe321ca22a" providerId="ADAL" clId="{8C0DBBE2-22F7-41D4-B9F4-16994AF373F1}"/>
    <pc:docChg chg="modSld">
      <pc:chgData name="Nurul Sarkar" userId="71db43f0-bfba-485f-96db-bcbe321ca22a" providerId="ADAL" clId="{8C0DBBE2-22F7-41D4-B9F4-16994AF373F1}" dt="2024-09-17T19:44:36.666" v="5" actId="207"/>
      <pc:docMkLst>
        <pc:docMk/>
      </pc:docMkLst>
      <pc:sldChg chg="modSp mod">
        <pc:chgData name="Nurul Sarkar" userId="71db43f0-bfba-485f-96db-bcbe321ca22a" providerId="ADAL" clId="{8C0DBBE2-22F7-41D4-B9F4-16994AF373F1}" dt="2024-09-17T19:37:04.137" v="4" actId="207"/>
        <pc:sldMkLst>
          <pc:docMk/>
          <pc:sldMk cId="938816538" sldId="262"/>
        </pc:sldMkLst>
        <pc:spChg chg="mod">
          <ac:chgData name="Nurul Sarkar" userId="71db43f0-bfba-485f-96db-bcbe321ca22a" providerId="ADAL" clId="{8C0DBBE2-22F7-41D4-B9F4-16994AF373F1}" dt="2024-09-17T19:37:04.137" v="4" actId="207"/>
          <ac:spMkLst>
            <pc:docMk/>
            <pc:sldMk cId="938816538" sldId="262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8C0DBBE2-22F7-41D4-B9F4-16994AF373F1}" dt="2024-09-15T09:56:15.556" v="3" actId="20577"/>
        <pc:sldMkLst>
          <pc:docMk/>
          <pc:sldMk cId="3439674772" sldId="269"/>
        </pc:sldMkLst>
        <pc:spChg chg="mod">
          <ac:chgData name="Nurul Sarkar" userId="71db43f0-bfba-485f-96db-bcbe321ca22a" providerId="ADAL" clId="{8C0DBBE2-22F7-41D4-B9F4-16994AF373F1}" dt="2024-09-15T09:56:15.556" v="3" actId="20577"/>
          <ac:spMkLst>
            <pc:docMk/>
            <pc:sldMk cId="3439674772" sldId="269"/>
            <ac:spMk id="2" creationId="{00000000-0000-0000-0000-000000000000}"/>
          </ac:spMkLst>
        </pc:spChg>
      </pc:sldChg>
      <pc:sldChg chg="modSp mod">
        <pc:chgData name="Nurul Sarkar" userId="71db43f0-bfba-485f-96db-bcbe321ca22a" providerId="ADAL" clId="{8C0DBBE2-22F7-41D4-B9F4-16994AF373F1}" dt="2024-09-17T19:44:36.666" v="5" actId="207"/>
        <pc:sldMkLst>
          <pc:docMk/>
          <pc:sldMk cId="4224983029" sldId="326"/>
        </pc:sldMkLst>
        <pc:spChg chg="mod">
          <ac:chgData name="Nurul Sarkar" userId="71db43f0-bfba-485f-96db-bcbe321ca22a" providerId="ADAL" clId="{8C0DBBE2-22F7-41D4-B9F4-16994AF373F1}" dt="2024-09-17T19:44:36.666" v="5" actId="207"/>
          <ac:spMkLst>
            <pc:docMk/>
            <pc:sldMk cId="4224983029" sldId="326"/>
            <ac:spMk id="3" creationId="{E8FE4192-2823-4A53-04F8-2787A041DFC0}"/>
          </ac:spMkLst>
        </pc:spChg>
      </pc:sldChg>
    </pc:docChg>
  </pc:docChgLst>
  <pc:docChgLst>
    <pc:chgData name="Howarth, Judy" userId="88019a05-5656-4d0d-a3d1-1931a654ed73" providerId="ADAL" clId="{8B50358A-E957-47EB-971B-8F54F380F7CE}"/>
    <pc:docChg chg="undo custSel delSld modSld">
      <pc:chgData name="Howarth, Judy" userId="88019a05-5656-4d0d-a3d1-1931a654ed73" providerId="ADAL" clId="{8B50358A-E957-47EB-971B-8F54F380F7CE}" dt="2020-03-10T16:05:15.247" v="221" actId="20577"/>
      <pc:docMkLst>
        <pc:docMk/>
      </pc:docMkLst>
      <pc:sldChg chg="modSp">
        <pc:chgData name="Howarth, Judy" userId="88019a05-5656-4d0d-a3d1-1931a654ed73" providerId="ADAL" clId="{8B50358A-E957-47EB-971B-8F54F380F7CE}" dt="2020-03-10T16:05:15.247" v="221" actId="20577"/>
        <pc:sldMkLst>
          <pc:docMk/>
          <pc:sldMk cId="1909659219" sldId="256"/>
        </pc:sldMkLst>
        <pc:spChg chg="mod">
          <ac:chgData name="Howarth, Judy" userId="88019a05-5656-4d0d-a3d1-1931a654ed73" providerId="ADAL" clId="{8B50358A-E957-47EB-971B-8F54F380F7CE}" dt="2020-03-10T15:50:05.044" v="16" actId="255"/>
          <ac:spMkLst>
            <pc:docMk/>
            <pc:sldMk cId="1909659219" sldId="256"/>
            <ac:spMk id="2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5:50:08.252" v="22" actId="20577"/>
          <ac:spMkLst>
            <pc:docMk/>
            <pc:sldMk cId="1909659219" sldId="256"/>
            <ac:spMk id="3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6:05:07.415" v="211" actId="20577"/>
          <ac:spMkLst>
            <pc:docMk/>
            <pc:sldMk cId="1909659219" sldId="256"/>
            <ac:spMk id="4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6:05:15.247" v="221" actId="20577"/>
          <ac:spMkLst>
            <pc:docMk/>
            <pc:sldMk cId="1909659219" sldId="256"/>
            <ac:spMk id="6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5:55:04.247" v="66" actId="2696"/>
        <pc:sldMkLst>
          <pc:docMk/>
          <pc:sldMk cId="1499389318" sldId="257"/>
        </pc:sldMkLst>
      </pc:sldChg>
      <pc:sldChg chg="modSp">
        <pc:chgData name="Howarth, Judy" userId="88019a05-5656-4d0d-a3d1-1931a654ed73" providerId="ADAL" clId="{8B50358A-E957-47EB-971B-8F54F380F7CE}" dt="2020-03-10T15:57:20.209" v="94" actId="20577"/>
        <pc:sldMkLst>
          <pc:docMk/>
          <pc:sldMk cId="1663153728" sldId="258"/>
        </pc:sldMkLst>
        <pc:spChg chg="mod">
          <ac:chgData name="Howarth, Judy" userId="88019a05-5656-4d0d-a3d1-1931a654ed73" providerId="ADAL" clId="{8B50358A-E957-47EB-971B-8F54F380F7CE}" dt="2020-03-10T15:57:20.209" v="94" actId="20577"/>
          <ac:spMkLst>
            <pc:docMk/>
            <pc:sldMk cId="1663153728" sldId="258"/>
            <ac:spMk id="2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5:57:07.250" v="87" actId="20577"/>
          <ac:spMkLst>
            <pc:docMk/>
            <pc:sldMk cId="1663153728" sldId="258"/>
            <ac:spMk id="6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5:57:13.001" v="88" actId="2696"/>
        <pc:sldMkLst>
          <pc:docMk/>
          <pc:sldMk cId="1525907774" sldId="259"/>
        </pc:sldMkLst>
      </pc:sldChg>
      <pc:sldChg chg="del">
        <pc:chgData name="Howarth, Judy" userId="88019a05-5656-4d0d-a3d1-1931a654ed73" providerId="ADAL" clId="{8B50358A-E957-47EB-971B-8F54F380F7CE}" dt="2020-03-10T15:57:27.995" v="96" actId="2696"/>
        <pc:sldMkLst>
          <pc:docMk/>
          <pc:sldMk cId="135406596" sldId="260"/>
        </pc:sldMkLst>
      </pc:sldChg>
      <pc:sldChg chg="del">
        <pc:chgData name="Howarth, Judy" userId="88019a05-5656-4d0d-a3d1-1931a654ed73" providerId="ADAL" clId="{8B50358A-E957-47EB-971B-8F54F380F7CE}" dt="2020-03-10T15:57:26.676" v="95" actId="2696"/>
        <pc:sldMkLst>
          <pc:docMk/>
          <pc:sldMk cId="179564966" sldId="261"/>
        </pc:sldMkLst>
      </pc:sldChg>
      <pc:sldChg chg="del">
        <pc:chgData name="Howarth, Judy" userId="88019a05-5656-4d0d-a3d1-1931a654ed73" providerId="ADAL" clId="{8B50358A-E957-47EB-971B-8F54F380F7CE}" dt="2020-03-10T15:57:29.663" v="97" actId="2696"/>
        <pc:sldMkLst>
          <pc:docMk/>
          <pc:sldMk cId="261660464" sldId="262"/>
        </pc:sldMkLst>
      </pc:sldChg>
      <pc:sldChg chg="del">
        <pc:chgData name="Howarth, Judy" userId="88019a05-5656-4d0d-a3d1-1931a654ed73" providerId="ADAL" clId="{8B50358A-E957-47EB-971B-8F54F380F7CE}" dt="2020-03-10T15:57:33.246" v="98" actId="2696"/>
        <pc:sldMkLst>
          <pc:docMk/>
          <pc:sldMk cId="1035247850" sldId="263"/>
        </pc:sldMkLst>
      </pc:sldChg>
      <pc:sldChg chg="del">
        <pc:chgData name="Howarth, Judy" userId="88019a05-5656-4d0d-a3d1-1931a654ed73" providerId="ADAL" clId="{8B50358A-E957-47EB-971B-8F54F380F7CE}" dt="2020-03-10T15:57:34.001" v="99" actId="2696"/>
        <pc:sldMkLst>
          <pc:docMk/>
          <pc:sldMk cId="940919996" sldId="264"/>
        </pc:sldMkLst>
      </pc:sldChg>
      <pc:sldChg chg="del">
        <pc:chgData name="Howarth, Judy" userId="88019a05-5656-4d0d-a3d1-1931a654ed73" providerId="ADAL" clId="{8B50358A-E957-47EB-971B-8F54F380F7CE}" dt="2020-03-10T15:57:35.051" v="100" actId="2696"/>
        <pc:sldMkLst>
          <pc:docMk/>
          <pc:sldMk cId="928245765" sldId="265"/>
        </pc:sldMkLst>
      </pc:sldChg>
      <pc:sldChg chg="del">
        <pc:chgData name="Howarth, Judy" userId="88019a05-5656-4d0d-a3d1-1931a654ed73" providerId="ADAL" clId="{8B50358A-E957-47EB-971B-8F54F380F7CE}" dt="2020-03-10T15:57:36.075" v="101" actId="2696"/>
        <pc:sldMkLst>
          <pc:docMk/>
          <pc:sldMk cId="895276841" sldId="266"/>
        </pc:sldMkLst>
      </pc:sldChg>
      <pc:sldChg chg="del">
        <pc:chgData name="Howarth, Judy" userId="88019a05-5656-4d0d-a3d1-1931a654ed73" providerId="ADAL" clId="{8B50358A-E957-47EB-971B-8F54F380F7CE}" dt="2020-03-10T15:57:40.091" v="102" actId="2696"/>
        <pc:sldMkLst>
          <pc:docMk/>
          <pc:sldMk cId="687315263" sldId="267"/>
        </pc:sldMkLst>
      </pc:sldChg>
      <pc:sldChg chg="del">
        <pc:chgData name="Howarth, Judy" userId="88019a05-5656-4d0d-a3d1-1931a654ed73" providerId="ADAL" clId="{8B50358A-E957-47EB-971B-8F54F380F7CE}" dt="2020-03-10T15:57:41.194" v="103" actId="2696"/>
        <pc:sldMkLst>
          <pc:docMk/>
          <pc:sldMk cId="921995896" sldId="268"/>
        </pc:sldMkLst>
      </pc:sldChg>
      <pc:sldChg chg="del">
        <pc:chgData name="Howarth, Judy" userId="88019a05-5656-4d0d-a3d1-1931a654ed73" providerId="ADAL" clId="{8B50358A-E957-47EB-971B-8F54F380F7CE}" dt="2020-03-10T15:57:42.896" v="104" actId="2696"/>
        <pc:sldMkLst>
          <pc:docMk/>
          <pc:sldMk cId="399428975" sldId="269"/>
        </pc:sldMkLst>
      </pc:sldChg>
      <pc:sldChg chg="modSp">
        <pc:chgData name="Howarth, Judy" userId="88019a05-5656-4d0d-a3d1-1931a654ed73" providerId="ADAL" clId="{8B50358A-E957-47EB-971B-8F54F380F7CE}" dt="2020-03-10T15:58:11.702" v="122" actId="20577"/>
        <pc:sldMkLst>
          <pc:docMk/>
          <pc:sldMk cId="167070206" sldId="270"/>
        </pc:sldMkLst>
        <pc:spChg chg="mod">
          <ac:chgData name="Howarth, Judy" userId="88019a05-5656-4d0d-a3d1-1931a654ed73" providerId="ADAL" clId="{8B50358A-E957-47EB-971B-8F54F380F7CE}" dt="2020-03-10T15:57:54.831" v="108" actId="20577"/>
          <ac:spMkLst>
            <pc:docMk/>
            <pc:sldMk cId="167070206" sldId="270"/>
            <ac:spMk id="5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5:58:11.702" v="122" actId="20577"/>
          <ac:spMkLst>
            <pc:docMk/>
            <pc:sldMk cId="167070206" sldId="270"/>
            <ac:spMk id="13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8:43.454" v="138" actId="20577"/>
        <pc:sldMkLst>
          <pc:docMk/>
          <pc:sldMk cId="388267789" sldId="272"/>
        </pc:sldMkLst>
        <pc:spChg chg="mod">
          <ac:chgData name="Howarth, Judy" userId="88019a05-5656-4d0d-a3d1-1931a654ed73" providerId="ADAL" clId="{8B50358A-E957-47EB-971B-8F54F380F7CE}" dt="2020-03-10T15:58:43.454" v="138" actId="20577"/>
          <ac:spMkLst>
            <pc:docMk/>
            <pc:sldMk cId="388267789" sldId="272"/>
            <ac:spMk id="7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8:50.798" v="142" actId="20577"/>
        <pc:sldMkLst>
          <pc:docMk/>
          <pc:sldMk cId="1024830255" sldId="273"/>
        </pc:sldMkLst>
        <pc:spChg chg="mod">
          <ac:chgData name="Howarth, Judy" userId="88019a05-5656-4d0d-a3d1-1931a654ed73" providerId="ADAL" clId="{8B50358A-E957-47EB-971B-8F54F380F7CE}" dt="2020-03-10T15:58:50.798" v="142" actId="20577"/>
          <ac:spMkLst>
            <pc:docMk/>
            <pc:sldMk cId="1024830255" sldId="273"/>
            <ac:spMk id="6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8:59.585" v="146" actId="20577"/>
        <pc:sldMkLst>
          <pc:docMk/>
          <pc:sldMk cId="174170774" sldId="275"/>
        </pc:sldMkLst>
        <pc:spChg chg="mod">
          <ac:chgData name="Howarth, Judy" userId="88019a05-5656-4d0d-a3d1-1931a654ed73" providerId="ADAL" clId="{8B50358A-E957-47EB-971B-8F54F380F7CE}" dt="2020-03-10T15:58:59.585" v="146" actId="20577"/>
          <ac:spMkLst>
            <pc:docMk/>
            <pc:sldMk cId="174170774" sldId="275"/>
            <ac:spMk id="6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9:30.418" v="162" actId="20577"/>
        <pc:sldMkLst>
          <pc:docMk/>
          <pc:sldMk cId="1510030601" sldId="277"/>
        </pc:sldMkLst>
        <pc:spChg chg="mod">
          <ac:chgData name="Howarth, Judy" userId="88019a05-5656-4d0d-a3d1-1931a654ed73" providerId="ADAL" clId="{8B50358A-E957-47EB-971B-8F54F380F7CE}" dt="2020-03-10T15:59:30.418" v="162" actId="20577"/>
          <ac:spMkLst>
            <pc:docMk/>
            <pc:sldMk cId="1510030601" sldId="277"/>
            <ac:spMk id="6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9:41.304" v="170" actId="20577"/>
        <pc:sldMkLst>
          <pc:docMk/>
          <pc:sldMk cId="1952765383" sldId="278"/>
        </pc:sldMkLst>
        <pc:spChg chg="mod">
          <ac:chgData name="Howarth, Judy" userId="88019a05-5656-4d0d-a3d1-1931a654ed73" providerId="ADAL" clId="{8B50358A-E957-47EB-971B-8F54F380F7CE}" dt="2020-03-10T15:59:41.304" v="170" actId="20577"/>
          <ac:spMkLst>
            <pc:docMk/>
            <pc:sldMk cId="1952765383" sldId="278"/>
            <ac:spMk id="5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5:59:53.011" v="174" actId="2696"/>
        <pc:sldMkLst>
          <pc:docMk/>
          <pc:sldMk cId="1066368906" sldId="279"/>
        </pc:sldMkLst>
      </pc:sldChg>
      <pc:sldChg chg="del">
        <pc:chgData name="Howarth, Judy" userId="88019a05-5656-4d0d-a3d1-1931a654ed73" providerId="ADAL" clId="{8B50358A-E957-47EB-971B-8F54F380F7CE}" dt="2020-03-10T15:59:53.884" v="175" actId="2696"/>
        <pc:sldMkLst>
          <pc:docMk/>
          <pc:sldMk cId="1718291601" sldId="280"/>
        </pc:sldMkLst>
      </pc:sldChg>
      <pc:sldChg chg="del">
        <pc:chgData name="Howarth, Judy" userId="88019a05-5656-4d0d-a3d1-1931a654ed73" providerId="ADAL" clId="{8B50358A-E957-47EB-971B-8F54F380F7CE}" dt="2020-03-10T15:59:55.856" v="176" actId="2696"/>
        <pc:sldMkLst>
          <pc:docMk/>
          <pc:sldMk cId="687604427" sldId="281"/>
        </pc:sldMkLst>
      </pc:sldChg>
      <pc:sldChg chg="del">
        <pc:chgData name="Howarth, Judy" userId="88019a05-5656-4d0d-a3d1-1931a654ed73" providerId="ADAL" clId="{8B50358A-E957-47EB-971B-8F54F380F7CE}" dt="2020-03-10T15:59:57.526" v="177" actId="2696"/>
        <pc:sldMkLst>
          <pc:docMk/>
          <pc:sldMk cId="586848863" sldId="282"/>
        </pc:sldMkLst>
      </pc:sldChg>
      <pc:sldChg chg="modSp">
        <pc:chgData name="Howarth, Judy" userId="88019a05-5656-4d0d-a3d1-1931a654ed73" providerId="ADAL" clId="{8B50358A-E957-47EB-971B-8F54F380F7CE}" dt="2020-03-10T16:00:03.758" v="181" actId="20577"/>
        <pc:sldMkLst>
          <pc:docMk/>
          <pc:sldMk cId="365690021" sldId="283"/>
        </pc:sldMkLst>
        <pc:spChg chg="mod">
          <ac:chgData name="Howarth, Judy" userId="88019a05-5656-4d0d-a3d1-1931a654ed73" providerId="ADAL" clId="{8B50358A-E957-47EB-971B-8F54F380F7CE}" dt="2020-03-10T16:00:03.758" v="181" actId="20577"/>
          <ac:spMkLst>
            <pc:docMk/>
            <pc:sldMk cId="365690021" sldId="283"/>
            <ac:spMk id="4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6:00:06.318" v="182" actId="2696"/>
        <pc:sldMkLst>
          <pc:docMk/>
          <pc:sldMk cId="1538439825" sldId="284"/>
        </pc:sldMkLst>
      </pc:sldChg>
      <pc:sldChg chg="del">
        <pc:chgData name="Howarth, Judy" userId="88019a05-5656-4d0d-a3d1-1931a654ed73" providerId="ADAL" clId="{8B50358A-E957-47EB-971B-8F54F380F7CE}" dt="2020-03-10T16:00:08.927" v="183" actId="2696"/>
        <pc:sldMkLst>
          <pc:docMk/>
          <pc:sldMk cId="696315825" sldId="285"/>
        </pc:sldMkLst>
      </pc:sldChg>
      <pc:sldChg chg="del">
        <pc:chgData name="Howarth, Judy" userId="88019a05-5656-4d0d-a3d1-1931a654ed73" providerId="ADAL" clId="{8B50358A-E957-47EB-971B-8F54F380F7CE}" dt="2020-03-10T16:00:10.349" v="184" actId="2696"/>
        <pc:sldMkLst>
          <pc:docMk/>
          <pc:sldMk cId="1811979975" sldId="286"/>
        </pc:sldMkLst>
      </pc:sldChg>
      <pc:sldChg chg="del">
        <pc:chgData name="Howarth, Judy" userId="88019a05-5656-4d0d-a3d1-1931a654ed73" providerId="ADAL" clId="{8B50358A-E957-47EB-971B-8F54F380F7CE}" dt="2020-03-10T16:00:14.200" v="185" actId="2696"/>
        <pc:sldMkLst>
          <pc:docMk/>
          <pc:sldMk cId="509745404" sldId="287"/>
        </pc:sldMkLst>
      </pc:sldChg>
      <pc:sldChg chg="del">
        <pc:chgData name="Howarth, Judy" userId="88019a05-5656-4d0d-a3d1-1931a654ed73" providerId="ADAL" clId="{8B50358A-E957-47EB-971B-8F54F380F7CE}" dt="2020-03-10T16:00:52.112" v="201" actId="2696"/>
        <pc:sldMkLst>
          <pc:docMk/>
          <pc:sldMk cId="217440387" sldId="288"/>
        </pc:sldMkLst>
      </pc:sldChg>
      <pc:sldChg chg="del">
        <pc:chgData name="Howarth, Judy" userId="88019a05-5656-4d0d-a3d1-1931a654ed73" providerId="ADAL" clId="{8B50358A-E957-47EB-971B-8F54F380F7CE}" dt="2020-03-10T16:00:19.184" v="186" actId="2696"/>
        <pc:sldMkLst>
          <pc:docMk/>
          <pc:sldMk cId="1885132688" sldId="289"/>
        </pc:sldMkLst>
      </pc:sldChg>
      <pc:sldChg chg="modSp">
        <pc:chgData name="Howarth, Judy" userId="88019a05-5656-4d0d-a3d1-1931a654ed73" providerId="ADAL" clId="{8B50358A-E957-47EB-971B-8F54F380F7CE}" dt="2020-03-10T16:00:23.668" v="190" actId="20577"/>
        <pc:sldMkLst>
          <pc:docMk/>
          <pc:sldMk cId="998461558" sldId="290"/>
        </pc:sldMkLst>
        <pc:spChg chg="mod">
          <ac:chgData name="Howarth, Judy" userId="88019a05-5656-4d0d-a3d1-1931a654ed73" providerId="ADAL" clId="{8B50358A-E957-47EB-971B-8F54F380F7CE}" dt="2020-03-10T16:00:23.668" v="190" actId="20577"/>
          <ac:spMkLst>
            <pc:docMk/>
            <pc:sldMk cId="998461558" sldId="290"/>
            <ac:spMk id="6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6:00:31.974" v="194" actId="20577"/>
        <pc:sldMkLst>
          <pc:docMk/>
          <pc:sldMk cId="720469146" sldId="291"/>
        </pc:sldMkLst>
        <pc:spChg chg="mod">
          <ac:chgData name="Howarth, Judy" userId="88019a05-5656-4d0d-a3d1-1931a654ed73" providerId="ADAL" clId="{8B50358A-E957-47EB-971B-8F54F380F7CE}" dt="2020-03-10T16:00:31.974" v="194" actId="20577"/>
          <ac:spMkLst>
            <pc:docMk/>
            <pc:sldMk cId="720469146" sldId="291"/>
            <ac:spMk id="6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6:00:36.643" v="195" actId="2696"/>
        <pc:sldMkLst>
          <pc:docMk/>
          <pc:sldMk cId="139548211" sldId="292"/>
        </pc:sldMkLst>
      </pc:sldChg>
      <pc:sldChg chg="del">
        <pc:chgData name="Howarth, Judy" userId="88019a05-5656-4d0d-a3d1-1931a654ed73" providerId="ADAL" clId="{8B50358A-E957-47EB-971B-8F54F380F7CE}" dt="2020-03-10T16:00:37.946" v="196" actId="2696"/>
        <pc:sldMkLst>
          <pc:docMk/>
          <pc:sldMk cId="342244477" sldId="293"/>
        </pc:sldMkLst>
      </pc:sldChg>
      <pc:sldChg chg="del">
        <pc:chgData name="Howarth, Judy" userId="88019a05-5656-4d0d-a3d1-1931a654ed73" providerId="ADAL" clId="{8B50358A-E957-47EB-971B-8F54F380F7CE}" dt="2020-03-10T16:00:39.091" v="197" actId="2696"/>
        <pc:sldMkLst>
          <pc:docMk/>
          <pc:sldMk cId="1300580792" sldId="294"/>
        </pc:sldMkLst>
      </pc:sldChg>
      <pc:sldChg chg="del">
        <pc:chgData name="Howarth, Judy" userId="88019a05-5656-4d0d-a3d1-1931a654ed73" providerId="ADAL" clId="{8B50358A-E957-47EB-971B-8F54F380F7CE}" dt="2020-03-10T16:00:40.312" v="198" actId="2696"/>
        <pc:sldMkLst>
          <pc:docMk/>
          <pc:sldMk cId="937452732" sldId="295"/>
        </pc:sldMkLst>
      </pc:sldChg>
      <pc:sldChg chg="del">
        <pc:chgData name="Howarth, Judy" userId="88019a05-5656-4d0d-a3d1-1931a654ed73" providerId="ADAL" clId="{8B50358A-E957-47EB-971B-8F54F380F7CE}" dt="2020-03-10T16:00:41.577" v="199" actId="2696"/>
        <pc:sldMkLst>
          <pc:docMk/>
          <pc:sldMk cId="1954988893" sldId="296"/>
        </pc:sldMkLst>
      </pc:sldChg>
      <pc:sldChg chg="modSp del">
        <pc:chgData name="Howarth, Judy" userId="88019a05-5656-4d0d-a3d1-1931a654ed73" providerId="ADAL" clId="{8B50358A-E957-47EB-971B-8F54F380F7CE}" dt="2020-03-10T16:00:42.437" v="200" actId="2696"/>
        <pc:sldMkLst>
          <pc:docMk/>
          <pc:sldMk cId="1546931097" sldId="297"/>
        </pc:sldMkLst>
        <pc:spChg chg="mod">
          <ac:chgData name="Howarth, Judy" userId="88019a05-5656-4d0d-a3d1-1931a654ed73" providerId="ADAL" clId="{8B50358A-E957-47EB-971B-8F54F380F7CE}" dt="2020-03-10T15:56:50.586" v="83" actId="20577"/>
          <ac:spMkLst>
            <pc:docMk/>
            <pc:sldMk cId="1546931097" sldId="297"/>
            <ac:spMk id="5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6:32.762" v="78" actId="20577"/>
        <pc:sldMkLst>
          <pc:docMk/>
          <pc:sldMk cId="33643281" sldId="298"/>
        </pc:sldMkLst>
        <pc:spChg chg="mod">
          <ac:chgData name="Howarth, Judy" userId="88019a05-5656-4d0d-a3d1-1931a654ed73" providerId="ADAL" clId="{8B50358A-E957-47EB-971B-8F54F380F7CE}" dt="2020-03-10T15:56:28.579" v="74" actId="20577"/>
          <ac:spMkLst>
            <pc:docMk/>
            <pc:sldMk cId="33643281" sldId="298"/>
            <ac:spMk id="3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5:56:32.762" v="78" actId="20577"/>
          <ac:spMkLst>
            <pc:docMk/>
            <pc:sldMk cId="33643281" sldId="298"/>
            <ac:spMk id="5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8:27.179" v="134" actId="20577"/>
        <pc:sldMkLst>
          <pc:docMk/>
          <pc:sldMk cId="2088891144" sldId="299"/>
        </pc:sldMkLst>
        <pc:spChg chg="mod">
          <ac:chgData name="Howarth, Judy" userId="88019a05-5656-4d0d-a3d1-1931a654ed73" providerId="ADAL" clId="{8B50358A-E957-47EB-971B-8F54F380F7CE}" dt="2020-03-10T15:58:23.260" v="130" actId="20577"/>
          <ac:spMkLst>
            <pc:docMk/>
            <pc:sldMk cId="2088891144" sldId="299"/>
            <ac:spMk id="2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5:58:27.179" v="134" actId="20577"/>
          <ac:spMkLst>
            <pc:docMk/>
            <pc:sldMk cId="2088891144" sldId="299"/>
            <ac:spMk id="5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9:37.234" v="166" actId="20577"/>
        <pc:sldMkLst>
          <pc:docMk/>
          <pc:sldMk cId="1003484616" sldId="300"/>
        </pc:sldMkLst>
        <pc:spChg chg="mod">
          <ac:chgData name="Howarth, Judy" userId="88019a05-5656-4d0d-a3d1-1931a654ed73" providerId="ADAL" clId="{8B50358A-E957-47EB-971B-8F54F380F7CE}" dt="2020-03-10T15:59:37.234" v="166" actId="20577"/>
          <ac:spMkLst>
            <pc:docMk/>
            <pc:sldMk cId="1003484616" sldId="300"/>
            <ac:spMk id="5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5:59:46.913" v="171" actId="2696"/>
        <pc:sldMkLst>
          <pc:docMk/>
          <pc:sldMk cId="318031246" sldId="302"/>
        </pc:sldMkLst>
      </pc:sldChg>
      <pc:sldChg chg="del">
        <pc:chgData name="Howarth, Judy" userId="88019a05-5656-4d0d-a3d1-1931a654ed73" providerId="ADAL" clId="{8B50358A-E957-47EB-971B-8F54F380F7CE}" dt="2020-03-10T15:59:48.394" v="172" actId="2696"/>
        <pc:sldMkLst>
          <pc:docMk/>
          <pc:sldMk cId="453555804" sldId="303"/>
        </pc:sldMkLst>
      </pc:sldChg>
      <pc:sldChg chg="modSp">
        <pc:chgData name="Howarth, Judy" userId="88019a05-5656-4d0d-a3d1-1931a654ed73" providerId="ADAL" clId="{8B50358A-E957-47EB-971B-8F54F380F7CE}" dt="2020-03-10T15:59:04.457" v="150" actId="20577"/>
        <pc:sldMkLst>
          <pc:docMk/>
          <pc:sldMk cId="1478488146" sldId="304"/>
        </pc:sldMkLst>
        <pc:spChg chg="mod">
          <ac:chgData name="Howarth, Judy" userId="88019a05-5656-4d0d-a3d1-1931a654ed73" providerId="ADAL" clId="{8B50358A-E957-47EB-971B-8F54F380F7CE}" dt="2020-03-10T15:59:04.457" v="150" actId="20577"/>
          <ac:spMkLst>
            <pc:docMk/>
            <pc:sldMk cId="1478488146" sldId="304"/>
            <ac:spMk id="7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9:19.505" v="154" actId="20577"/>
        <pc:sldMkLst>
          <pc:docMk/>
          <pc:sldMk cId="130651525" sldId="307"/>
        </pc:sldMkLst>
        <pc:spChg chg="mod">
          <ac:chgData name="Howarth, Judy" userId="88019a05-5656-4d0d-a3d1-1931a654ed73" providerId="ADAL" clId="{8B50358A-E957-47EB-971B-8F54F380F7CE}" dt="2020-03-10T15:59:19.505" v="154" actId="20577"/>
          <ac:spMkLst>
            <pc:docMk/>
            <pc:sldMk cId="130651525" sldId="307"/>
            <ac:spMk id="4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9:24.609" v="158" actId="20577"/>
        <pc:sldMkLst>
          <pc:docMk/>
          <pc:sldMk cId="1380611736" sldId="308"/>
        </pc:sldMkLst>
        <pc:spChg chg="mod">
          <ac:chgData name="Howarth, Judy" userId="88019a05-5656-4d0d-a3d1-1931a654ed73" providerId="ADAL" clId="{8B50358A-E957-47EB-971B-8F54F380F7CE}" dt="2020-03-10T15:59:24.609" v="158" actId="20577"/>
          <ac:spMkLst>
            <pc:docMk/>
            <pc:sldMk cId="1380611736" sldId="308"/>
            <ac:spMk id="5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5:56:43.844" v="79" actId="2696"/>
        <pc:sldMkLst>
          <pc:docMk/>
          <pc:sldMk cId="681192042" sldId="309"/>
        </pc:sldMkLst>
      </pc:sldChg>
      <pc:sldChg chg="del">
        <pc:chgData name="Howarth, Judy" userId="88019a05-5656-4d0d-a3d1-1931a654ed73" providerId="ADAL" clId="{8B50358A-E957-47EB-971B-8F54F380F7CE}" dt="2020-03-10T15:59:49.554" v="173" actId="2696"/>
        <pc:sldMkLst>
          <pc:docMk/>
          <pc:sldMk cId="820579147" sldId="310"/>
        </pc:sldMkLst>
      </pc:sldChg>
      <pc:sldChg chg="modSp">
        <pc:chgData name="Howarth, Judy" userId="88019a05-5656-4d0d-a3d1-1931a654ed73" providerId="ADAL" clId="{8B50358A-E957-47EB-971B-8F54F380F7CE}" dt="2020-03-10T15:58:00.728" v="112" actId="20577"/>
        <pc:sldMkLst>
          <pc:docMk/>
          <pc:sldMk cId="1094474590" sldId="311"/>
        </pc:sldMkLst>
        <pc:spChg chg="mod">
          <ac:chgData name="Howarth, Judy" userId="88019a05-5656-4d0d-a3d1-1931a654ed73" providerId="ADAL" clId="{8B50358A-E957-47EB-971B-8F54F380F7CE}" dt="2020-03-10T15:58:00.728" v="112" actId="20577"/>
          <ac:spMkLst>
            <pc:docMk/>
            <pc:sldMk cId="1094474590" sldId="311"/>
            <ac:spMk id="5" creationId="{00000000-0000-0000-0000-000000000000}"/>
          </ac:spMkLst>
        </pc:spChg>
      </pc:sldChg>
    </pc:docChg>
  </pc:docChgLst>
  <pc:docChgLst>
    <pc:chgData name="Nurul Sarkar" userId="71db43f0-bfba-485f-96db-bcbe321ca22a" providerId="ADAL" clId="{73CEF715-66E9-4D38-BD88-9671FAC084B2}"/>
    <pc:docChg chg="undo custSel addSld delSld modSld modNotesMaster">
      <pc:chgData name="Nurul Sarkar" userId="71db43f0-bfba-485f-96db-bcbe321ca22a" providerId="ADAL" clId="{73CEF715-66E9-4D38-BD88-9671FAC084B2}" dt="2024-04-30T23:34:42.707" v="329" actId="207"/>
      <pc:docMkLst>
        <pc:docMk/>
      </pc:docMkLst>
      <pc:sldChg chg="modSp mod">
        <pc:chgData name="Nurul Sarkar" userId="71db43f0-bfba-485f-96db-bcbe321ca22a" providerId="ADAL" clId="{73CEF715-66E9-4D38-BD88-9671FAC084B2}" dt="2024-04-17T11:26:28.237" v="5" actId="20577"/>
        <pc:sldMkLst>
          <pc:docMk/>
          <pc:sldMk cId="2607597976" sldId="257"/>
        </pc:sldMkLst>
        <pc:spChg chg="mod">
          <ac:chgData name="Nurul Sarkar" userId="71db43f0-bfba-485f-96db-bcbe321ca22a" providerId="ADAL" clId="{73CEF715-66E9-4D38-BD88-9671FAC084B2}" dt="2024-04-17T11:26:28.237" v="5" actId="20577"/>
          <ac:spMkLst>
            <pc:docMk/>
            <pc:sldMk cId="2607597976" sldId="257"/>
            <ac:spMk id="8" creationId="{00000000-0000-0000-0000-000000000000}"/>
          </ac:spMkLst>
        </pc:spChg>
      </pc:sldChg>
      <pc:sldChg chg="modSp mod">
        <pc:chgData name="Nurul Sarkar" userId="71db43f0-bfba-485f-96db-bcbe321ca22a" providerId="ADAL" clId="{73CEF715-66E9-4D38-BD88-9671FAC084B2}" dt="2024-04-30T22:55:06.382" v="125" actId="20577"/>
        <pc:sldMkLst>
          <pc:docMk/>
          <pc:sldMk cId="1060189009" sldId="258"/>
        </pc:sldMkLst>
        <pc:spChg chg="mod">
          <ac:chgData name="Nurul Sarkar" userId="71db43f0-bfba-485f-96db-bcbe321ca22a" providerId="ADAL" clId="{73CEF715-66E9-4D38-BD88-9671FAC084B2}" dt="2024-04-17T11:26:56.957" v="9" actId="1076"/>
          <ac:spMkLst>
            <pc:docMk/>
            <pc:sldMk cId="1060189009" sldId="258"/>
            <ac:spMk id="6" creationId="{00000000-0000-0000-0000-000000000000}"/>
          </ac:spMkLst>
        </pc:spChg>
        <pc:spChg chg="mod">
          <ac:chgData name="Nurul Sarkar" userId="71db43f0-bfba-485f-96db-bcbe321ca22a" providerId="ADAL" clId="{73CEF715-66E9-4D38-BD88-9671FAC084B2}" dt="2024-04-30T22:55:06.382" v="125" actId="20577"/>
          <ac:spMkLst>
            <pc:docMk/>
            <pc:sldMk cId="1060189009" sldId="258"/>
            <ac:spMk id="7" creationId="{00000000-0000-0000-0000-000000000000}"/>
          </ac:spMkLst>
        </pc:spChg>
      </pc:sldChg>
      <pc:sldChg chg="modSp mod">
        <pc:chgData name="Nurul Sarkar" userId="71db43f0-bfba-485f-96db-bcbe321ca22a" providerId="ADAL" clId="{73CEF715-66E9-4D38-BD88-9671FAC084B2}" dt="2024-04-30T22:56:56.006" v="127" actId="20577"/>
        <pc:sldMkLst>
          <pc:docMk/>
          <pc:sldMk cId="591450597" sldId="259"/>
        </pc:sldMkLst>
        <pc:spChg chg="mod">
          <ac:chgData name="Nurul Sarkar" userId="71db43f0-bfba-485f-96db-bcbe321ca22a" providerId="ADAL" clId="{73CEF715-66E9-4D38-BD88-9671FAC084B2}" dt="2024-04-17T11:28:23.071" v="19" actId="1076"/>
          <ac:spMkLst>
            <pc:docMk/>
            <pc:sldMk cId="591450597" sldId="259"/>
            <ac:spMk id="6" creationId="{00000000-0000-0000-0000-000000000000}"/>
          </ac:spMkLst>
        </pc:spChg>
        <pc:spChg chg="mod">
          <ac:chgData name="Nurul Sarkar" userId="71db43f0-bfba-485f-96db-bcbe321ca22a" providerId="ADAL" clId="{73CEF715-66E9-4D38-BD88-9671FAC084B2}" dt="2024-04-30T22:56:56.006" v="127" actId="20577"/>
          <ac:spMkLst>
            <pc:docMk/>
            <pc:sldMk cId="591450597" sldId="259"/>
            <ac:spMk id="7" creationId="{00000000-0000-0000-0000-000000000000}"/>
          </ac:spMkLst>
        </pc:spChg>
        <pc:picChg chg="mod">
          <ac:chgData name="Nurul Sarkar" userId="71db43f0-bfba-485f-96db-bcbe321ca22a" providerId="ADAL" clId="{73CEF715-66E9-4D38-BD88-9671FAC084B2}" dt="2024-04-17T11:28:28.970" v="21" actId="14100"/>
          <ac:picMkLst>
            <pc:docMk/>
            <pc:sldMk cId="591450597" sldId="259"/>
            <ac:picMk id="9" creationId="{00000000-0000-0000-0000-000000000000}"/>
          </ac:picMkLst>
        </pc:picChg>
      </pc:sldChg>
      <pc:sldChg chg="modSp mod">
        <pc:chgData name="Nurul Sarkar" userId="71db43f0-bfba-485f-96db-bcbe321ca22a" providerId="ADAL" clId="{73CEF715-66E9-4D38-BD88-9671FAC084B2}" dt="2024-04-30T22:58:23.633" v="128" actId="207"/>
        <pc:sldMkLst>
          <pc:docMk/>
          <pc:sldMk cId="4160620877" sldId="260"/>
        </pc:sldMkLst>
        <pc:spChg chg="mod">
          <ac:chgData name="Nurul Sarkar" userId="71db43f0-bfba-485f-96db-bcbe321ca22a" providerId="ADAL" clId="{73CEF715-66E9-4D38-BD88-9671FAC084B2}" dt="2024-04-17T11:29:49.306" v="30" actId="1076"/>
          <ac:spMkLst>
            <pc:docMk/>
            <pc:sldMk cId="4160620877" sldId="260"/>
            <ac:spMk id="7" creationId="{00000000-0000-0000-0000-000000000000}"/>
          </ac:spMkLst>
        </pc:spChg>
        <pc:spChg chg="mod">
          <ac:chgData name="Nurul Sarkar" userId="71db43f0-bfba-485f-96db-bcbe321ca22a" providerId="ADAL" clId="{73CEF715-66E9-4D38-BD88-9671FAC084B2}" dt="2024-04-30T22:58:23.633" v="128" actId="207"/>
          <ac:spMkLst>
            <pc:docMk/>
            <pc:sldMk cId="4160620877" sldId="260"/>
            <ac:spMk id="8" creationId="{00000000-0000-0000-0000-000000000000}"/>
          </ac:spMkLst>
        </pc:spChg>
        <pc:picChg chg="mod">
          <ac:chgData name="Nurul Sarkar" userId="71db43f0-bfba-485f-96db-bcbe321ca22a" providerId="ADAL" clId="{73CEF715-66E9-4D38-BD88-9671FAC084B2}" dt="2024-04-17T11:29:53.115" v="32" actId="14100"/>
          <ac:picMkLst>
            <pc:docMk/>
            <pc:sldMk cId="4160620877" sldId="260"/>
            <ac:picMk id="10" creationId="{00000000-0000-0000-0000-000000000000}"/>
          </ac:picMkLst>
        </pc:picChg>
      </pc:sldChg>
      <pc:sldChg chg="modSp mod">
        <pc:chgData name="Nurul Sarkar" userId="71db43f0-bfba-485f-96db-bcbe321ca22a" providerId="ADAL" clId="{73CEF715-66E9-4D38-BD88-9671FAC084B2}" dt="2024-04-30T22:59:50.134" v="131" actId="20577"/>
        <pc:sldMkLst>
          <pc:docMk/>
          <pc:sldMk cId="132338103" sldId="261"/>
        </pc:sldMkLst>
        <pc:spChg chg="mod">
          <ac:chgData name="Nurul Sarkar" userId="71db43f0-bfba-485f-96db-bcbe321ca22a" providerId="ADAL" clId="{73CEF715-66E9-4D38-BD88-9671FAC084B2}" dt="2024-04-30T22:59:29.902" v="129" actId="207"/>
          <ac:spMkLst>
            <pc:docMk/>
            <pc:sldMk cId="132338103" sldId="261"/>
            <ac:spMk id="7" creationId="{00000000-0000-0000-0000-000000000000}"/>
          </ac:spMkLst>
        </pc:spChg>
        <pc:spChg chg="mod">
          <ac:chgData name="Nurul Sarkar" userId="71db43f0-bfba-485f-96db-bcbe321ca22a" providerId="ADAL" clId="{73CEF715-66E9-4D38-BD88-9671FAC084B2}" dt="2024-04-30T22:59:50.134" v="131" actId="20577"/>
          <ac:spMkLst>
            <pc:docMk/>
            <pc:sldMk cId="132338103" sldId="261"/>
            <ac:spMk id="8" creationId="{00000000-0000-0000-0000-000000000000}"/>
          </ac:spMkLst>
        </pc:spChg>
      </pc:sldChg>
      <pc:sldChg chg="modSp mod">
        <pc:chgData name="Nurul Sarkar" userId="71db43f0-bfba-485f-96db-bcbe321ca22a" providerId="ADAL" clId="{73CEF715-66E9-4D38-BD88-9671FAC084B2}" dt="2024-04-30T23:03:17.531" v="133" actId="20577"/>
        <pc:sldMkLst>
          <pc:docMk/>
          <pc:sldMk cId="938816538" sldId="262"/>
        </pc:sldMkLst>
        <pc:spChg chg="mod">
          <ac:chgData name="Nurul Sarkar" userId="71db43f0-bfba-485f-96db-bcbe321ca22a" providerId="ADAL" clId="{73CEF715-66E9-4D38-BD88-9671FAC084B2}" dt="2024-04-17T11:46:52.985" v="49" actId="207"/>
          <ac:spMkLst>
            <pc:docMk/>
            <pc:sldMk cId="938816538" sldId="262"/>
            <ac:spMk id="2" creationId="{00000000-0000-0000-0000-000000000000}"/>
          </ac:spMkLst>
        </pc:spChg>
        <pc:spChg chg="mod">
          <ac:chgData name="Nurul Sarkar" userId="71db43f0-bfba-485f-96db-bcbe321ca22a" providerId="ADAL" clId="{73CEF715-66E9-4D38-BD88-9671FAC084B2}" dt="2024-04-30T23:03:17.531" v="133" actId="20577"/>
          <ac:spMkLst>
            <pc:docMk/>
            <pc:sldMk cId="938816538" sldId="262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73CEF715-66E9-4D38-BD88-9671FAC084B2}" dt="2024-04-30T23:04:35.603" v="139" actId="20577"/>
        <pc:sldMkLst>
          <pc:docMk/>
          <pc:sldMk cId="3508411410" sldId="263"/>
        </pc:sldMkLst>
        <pc:spChg chg="mod">
          <ac:chgData name="Nurul Sarkar" userId="71db43f0-bfba-485f-96db-bcbe321ca22a" providerId="ADAL" clId="{73CEF715-66E9-4D38-BD88-9671FAC084B2}" dt="2024-04-17T11:46:59.184" v="50" actId="207"/>
          <ac:spMkLst>
            <pc:docMk/>
            <pc:sldMk cId="3508411410" sldId="263"/>
            <ac:spMk id="7" creationId="{00000000-0000-0000-0000-000000000000}"/>
          </ac:spMkLst>
        </pc:spChg>
        <pc:spChg chg="mod">
          <ac:chgData name="Nurul Sarkar" userId="71db43f0-bfba-485f-96db-bcbe321ca22a" providerId="ADAL" clId="{73CEF715-66E9-4D38-BD88-9671FAC084B2}" dt="2024-04-30T23:04:35.603" v="139" actId="20577"/>
          <ac:spMkLst>
            <pc:docMk/>
            <pc:sldMk cId="3508411410" sldId="263"/>
            <ac:spMk id="8" creationId="{00000000-0000-0000-0000-000000000000}"/>
          </ac:spMkLst>
        </pc:spChg>
      </pc:sldChg>
      <pc:sldChg chg="modSp mod">
        <pc:chgData name="Nurul Sarkar" userId="71db43f0-bfba-485f-96db-bcbe321ca22a" providerId="ADAL" clId="{73CEF715-66E9-4D38-BD88-9671FAC084B2}" dt="2024-04-30T23:05:03.138" v="140" actId="207"/>
        <pc:sldMkLst>
          <pc:docMk/>
          <pc:sldMk cId="1225133911" sldId="264"/>
        </pc:sldMkLst>
        <pc:spChg chg="mod">
          <ac:chgData name="Nurul Sarkar" userId="71db43f0-bfba-485f-96db-bcbe321ca22a" providerId="ADAL" clId="{73CEF715-66E9-4D38-BD88-9671FAC084B2}" dt="2024-04-17T11:47:03.980" v="51" actId="207"/>
          <ac:spMkLst>
            <pc:docMk/>
            <pc:sldMk cId="1225133911" sldId="264"/>
            <ac:spMk id="2" creationId="{00000000-0000-0000-0000-000000000000}"/>
          </ac:spMkLst>
        </pc:spChg>
        <pc:spChg chg="mod">
          <ac:chgData name="Nurul Sarkar" userId="71db43f0-bfba-485f-96db-bcbe321ca22a" providerId="ADAL" clId="{73CEF715-66E9-4D38-BD88-9671FAC084B2}" dt="2024-04-30T23:05:03.138" v="140" actId="207"/>
          <ac:spMkLst>
            <pc:docMk/>
            <pc:sldMk cId="1225133911" sldId="264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73CEF715-66E9-4D38-BD88-9671FAC084B2}" dt="2024-04-30T23:08:44.304" v="148" actId="20577"/>
        <pc:sldMkLst>
          <pc:docMk/>
          <pc:sldMk cId="760434839" sldId="265"/>
        </pc:sldMkLst>
        <pc:spChg chg="mod">
          <ac:chgData name="Nurul Sarkar" userId="71db43f0-bfba-485f-96db-bcbe321ca22a" providerId="ADAL" clId="{73CEF715-66E9-4D38-BD88-9671FAC084B2}" dt="2024-04-17T11:47:59.916" v="58" actId="1076"/>
          <ac:spMkLst>
            <pc:docMk/>
            <pc:sldMk cId="760434839" sldId="265"/>
            <ac:spMk id="2" creationId="{00000000-0000-0000-0000-000000000000}"/>
          </ac:spMkLst>
        </pc:spChg>
        <pc:spChg chg="mod">
          <ac:chgData name="Nurul Sarkar" userId="71db43f0-bfba-485f-96db-bcbe321ca22a" providerId="ADAL" clId="{73CEF715-66E9-4D38-BD88-9671FAC084B2}" dt="2024-04-30T23:08:44.304" v="148" actId="20577"/>
          <ac:spMkLst>
            <pc:docMk/>
            <pc:sldMk cId="760434839" sldId="265"/>
            <ac:spMk id="3" creationId="{00000000-0000-0000-0000-000000000000}"/>
          </ac:spMkLst>
        </pc:spChg>
        <pc:picChg chg="mod">
          <ac:chgData name="Nurul Sarkar" userId="71db43f0-bfba-485f-96db-bcbe321ca22a" providerId="ADAL" clId="{73CEF715-66E9-4D38-BD88-9671FAC084B2}" dt="2024-04-30T23:06:58.275" v="144" actId="14100"/>
          <ac:picMkLst>
            <pc:docMk/>
            <pc:sldMk cId="760434839" sldId="265"/>
            <ac:picMk id="7" creationId="{00000000-0000-0000-0000-000000000000}"/>
          </ac:picMkLst>
        </pc:picChg>
      </pc:sldChg>
      <pc:sldChg chg="modSp mod">
        <pc:chgData name="Nurul Sarkar" userId="71db43f0-bfba-485f-96db-bcbe321ca22a" providerId="ADAL" clId="{73CEF715-66E9-4D38-BD88-9671FAC084B2}" dt="2024-04-30T23:10:50.449" v="149" actId="207"/>
        <pc:sldMkLst>
          <pc:docMk/>
          <pc:sldMk cId="3864350532" sldId="266"/>
        </pc:sldMkLst>
        <pc:spChg chg="mod">
          <ac:chgData name="Nurul Sarkar" userId="71db43f0-bfba-485f-96db-bcbe321ca22a" providerId="ADAL" clId="{73CEF715-66E9-4D38-BD88-9671FAC084B2}" dt="2024-04-17T11:54:13.019" v="108" actId="1076"/>
          <ac:spMkLst>
            <pc:docMk/>
            <pc:sldMk cId="3864350532" sldId="266"/>
            <ac:spMk id="7" creationId="{00000000-0000-0000-0000-000000000000}"/>
          </ac:spMkLst>
        </pc:spChg>
        <pc:spChg chg="mod">
          <ac:chgData name="Nurul Sarkar" userId="71db43f0-bfba-485f-96db-bcbe321ca22a" providerId="ADAL" clId="{73CEF715-66E9-4D38-BD88-9671FAC084B2}" dt="2024-04-30T23:10:50.449" v="149" actId="207"/>
          <ac:spMkLst>
            <pc:docMk/>
            <pc:sldMk cId="3864350532" sldId="266"/>
            <ac:spMk id="8" creationId="{00000000-0000-0000-0000-000000000000}"/>
          </ac:spMkLst>
        </pc:spChg>
      </pc:sldChg>
      <pc:sldChg chg="modSp mod">
        <pc:chgData name="Nurul Sarkar" userId="71db43f0-bfba-485f-96db-bcbe321ca22a" providerId="ADAL" clId="{73CEF715-66E9-4D38-BD88-9671FAC084B2}" dt="2024-04-30T23:12:23.638" v="153" actId="207"/>
        <pc:sldMkLst>
          <pc:docMk/>
          <pc:sldMk cId="912480781" sldId="267"/>
        </pc:sldMkLst>
        <pc:spChg chg="mod">
          <ac:chgData name="Nurul Sarkar" userId="71db43f0-bfba-485f-96db-bcbe321ca22a" providerId="ADAL" clId="{73CEF715-66E9-4D38-BD88-9671FAC084B2}" dt="2024-04-17T11:53:55.244" v="104" actId="207"/>
          <ac:spMkLst>
            <pc:docMk/>
            <pc:sldMk cId="912480781" sldId="267"/>
            <ac:spMk id="2" creationId="{00000000-0000-0000-0000-000000000000}"/>
          </ac:spMkLst>
        </pc:spChg>
        <pc:spChg chg="mod">
          <ac:chgData name="Nurul Sarkar" userId="71db43f0-bfba-485f-96db-bcbe321ca22a" providerId="ADAL" clId="{73CEF715-66E9-4D38-BD88-9671FAC084B2}" dt="2024-04-30T23:12:23.638" v="153" actId="207"/>
          <ac:spMkLst>
            <pc:docMk/>
            <pc:sldMk cId="912480781" sldId="267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73CEF715-66E9-4D38-BD88-9671FAC084B2}" dt="2024-04-30T23:13:49.621" v="155" actId="207"/>
        <pc:sldMkLst>
          <pc:docMk/>
          <pc:sldMk cId="503281000" sldId="268"/>
        </pc:sldMkLst>
        <pc:spChg chg="mod">
          <ac:chgData name="Nurul Sarkar" userId="71db43f0-bfba-485f-96db-bcbe321ca22a" providerId="ADAL" clId="{73CEF715-66E9-4D38-BD88-9671FAC084B2}" dt="2024-04-17T11:54:00.156" v="105" actId="207"/>
          <ac:spMkLst>
            <pc:docMk/>
            <pc:sldMk cId="503281000" sldId="268"/>
            <ac:spMk id="2" creationId="{00000000-0000-0000-0000-000000000000}"/>
          </ac:spMkLst>
        </pc:spChg>
        <pc:spChg chg="mod">
          <ac:chgData name="Nurul Sarkar" userId="71db43f0-bfba-485f-96db-bcbe321ca22a" providerId="ADAL" clId="{73CEF715-66E9-4D38-BD88-9671FAC084B2}" dt="2024-04-30T23:13:49.621" v="155" actId="207"/>
          <ac:spMkLst>
            <pc:docMk/>
            <pc:sldMk cId="503281000" sldId="268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73CEF715-66E9-4D38-BD88-9671FAC084B2}" dt="2024-04-30T23:14:47.239" v="158" actId="207"/>
        <pc:sldMkLst>
          <pc:docMk/>
          <pc:sldMk cId="3439674772" sldId="269"/>
        </pc:sldMkLst>
        <pc:spChg chg="mod">
          <ac:chgData name="Nurul Sarkar" userId="71db43f0-bfba-485f-96db-bcbe321ca22a" providerId="ADAL" clId="{73CEF715-66E9-4D38-BD88-9671FAC084B2}" dt="2024-04-17T11:55:15.113" v="117" actId="207"/>
          <ac:spMkLst>
            <pc:docMk/>
            <pc:sldMk cId="3439674772" sldId="269"/>
            <ac:spMk id="2" creationId="{00000000-0000-0000-0000-000000000000}"/>
          </ac:spMkLst>
        </pc:spChg>
        <pc:spChg chg="mod">
          <ac:chgData name="Nurul Sarkar" userId="71db43f0-bfba-485f-96db-bcbe321ca22a" providerId="ADAL" clId="{73CEF715-66E9-4D38-BD88-9671FAC084B2}" dt="2024-04-30T23:14:47.239" v="158" actId="207"/>
          <ac:spMkLst>
            <pc:docMk/>
            <pc:sldMk cId="3439674772" sldId="269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73CEF715-66E9-4D38-BD88-9671FAC084B2}" dt="2024-04-30T23:34:42.707" v="329" actId="207"/>
        <pc:sldMkLst>
          <pc:docMk/>
          <pc:sldMk cId="2080594508" sldId="270"/>
        </pc:sldMkLst>
        <pc:spChg chg="mod">
          <ac:chgData name="Nurul Sarkar" userId="71db43f0-bfba-485f-96db-bcbe321ca22a" providerId="ADAL" clId="{73CEF715-66E9-4D38-BD88-9671FAC084B2}" dt="2024-04-17T11:55:24.346" v="118" actId="207"/>
          <ac:spMkLst>
            <pc:docMk/>
            <pc:sldMk cId="2080594508" sldId="270"/>
            <ac:spMk id="2" creationId="{00000000-0000-0000-0000-000000000000}"/>
          </ac:spMkLst>
        </pc:spChg>
        <pc:spChg chg="mod">
          <ac:chgData name="Nurul Sarkar" userId="71db43f0-bfba-485f-96db-bcbe321ca22a" providerId="ADAL" clId="{73CEF715-66E9-4D38-BD88-9671FAC084B2}" dt="2024-04-30T23:34:42.707" v="329" actId="207"/>
          <ac:spMkLst>
            <pc:docMk/>
            <pc:sldMk cId="2080594508" sldId="270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73CEF715-66E9-4D38-BD88-9671FAC084B2}" dt="2024-04-30T23:33:42.122" v="324" actId="207"/>
        <pc:sldMkLst>
          <pc:docMk/>
          <pc:sldMk cId="3574597804" sldId="271"/>
        </pc:sldMkLst>
        <pc:spChg chg="mod">
          <ac:chgData name="Nurul Sarkar" userId="71db43f0-bfba-485f-96db-bcbe321ca22a" providerId="ADAL" clId="{73CEF715-66E9-4D38-BD88-9671FAC084B2}" dt="2024-04-17T11:51:51.234" v="83" actId="14100"/>
          <ac:spMkLst>
            <pc:docMk/>
            <pc:sldMk cId="3574597804" sldId="271"/>
            <ac:spMk id="2" creationId="{00000000-0000-0000-0000-000000000000}"/>
          </ac:spMkLst>
        </pc:spChg>
        <pc:spChg chg="mod">
          <ac:chgData name="Nurul Sarkar" userId="71db43f0-bfba-485f-96db-bcbe321ca22a" providerId="ADAL" clId="{73CEF715-66E9-4D38-BD88-9671FAC084B2}" dt="2024-04-30T23:33:42.122" v="324" actId="207"/>
          <ac:spMkLst>
            <pc:docMk/>
            <pc:sldMk cId="3574597804" sldId="271"/>
            <ac:spMk id="3" creationId="{00000000-0000-0000-0000-000000000000}"/>
          </ac:spMkLst>
        </pc:spChg>
        <pc:picChg chg="mod">
          <ac:chgData name="Nurul Sarkar" userId="71db43f0-bfba-485f-96db-bcbe321ca22a" providerId="ADAL" clId="{73CEF715-66E9-4D38-BD88-9671FAC084B2}" dt="2024-04-30T23:31:39.480" v="321" actId="14100"/>
          <ac:picMkLst>
            <pc:docMk/>
            <pc:sldMk cId="3574597804" sldId="271"/>
            <ac:picMk id="7" creationId="{00000000-0000-0000-0000-000000000000}"/>
          </ac:picMkLst>
        </pc:picChg>
      </pc:sldChg>
      <pc:sldChg chg="modSp mod">
        <pc:chgData name="Nurul Sarkar" userId="71db43f0-bfba-485f-96db-bcbe321ca22a" providerId="ADAL" clId="{73CEF715-66E9-4D38-BD88-9671FAC084B2}" dt="2024-04-30T23:31:21.150" v="320" actId="14100"/>
        <pc:sldMkLst>
          <pc:docMk/>
          <pc:sldMk cId="2129180076" sldId="272"/>
        </pc:sldMkLst>
        <pc:spChg chg="mod">
          <ac:chgData name="Nurul Sarkar" userId="71db43f0-bfba-485f-96db-bcbe321ca22a" providerId="ADAL" clId="{73CEF715-66E9-4D38-BD88-9671FAC084B2}" dt="2024-04-17T11:53:09.496" v="97" actId="207"/>
          <ac:spMkLst>
            <pc:docMk/>
            <pc:sldMk cId="2129180076" sldId="272"/>
            <ac:spMk id="2" creationId="{00000000-0000-0000-0000-000000000000}"/>
          </ac:spMkLst>
        </pc:spChg>
        <pc:picChg chg="mod">
          <ac:chgData name="Nurul Sarkar" userId="71db43f0-bfba-485f-96db-bcbe321ca22a" providerId="ADAL" clId="{73CEF715-66E9-4D38-BD88-9671FAC084B2}" dt="2024-04-30T23:31:21.150" v="320" actId="14100"/>
          <ac:picMkLst>
            <pc:docMk/>
            <pc:sldMk cId="2129180076" sldId="272"/>
            <ac:picMk id="8" creationId="{00000000-0000-0000-0000-000000000000}"/>
          </ac:picMkLst>
        </pc:picChg>
      </pc:sldChg>
      <pc:sldChg chg="modSp mod">
        <pc:chgData name="Nurul Sarkar" userId="71db43f0-bfba-485f-96db-bcbe321ca22a" providerId="ADAL" clId="{73CEF715-66E9-4D38-BD88-9671FAC084B2}" dt="2024-04-30T23:31:13.600" v="319" actId="207"/>
        <pc:sldMkLst>
          <pc:docMk/>
          <pc:sldMk cId="2637870387" sldId="273"/>
        </pc:sldMkLst>
        <pc:spChg chg="mod">
          <ac:chgData name="Nurul Sarkar" userId="71db43f0-bfba-485f-96db-bcbe321ca22a" providerId="ADAL" clId="{73CEF715-66E9-4D38-BD88-9671FAC084B2}" dt="2024-04-17T11:53:33.294" v="100" actId="207"/>
          <ac:spMkLst>
            <pc:docMk/>
            <pc:sldMk cId="2637870387" sldId="273"/>
            <ac:spMk id="2" creationId="{00000000-0000-0000-0000-000000000000}"/>
          </ac:spMkLst>
        </pc:spChg>
        <pc:spChg chg="mod">
          <ac:chgData name="Nurul Sarkar" userId="71db43f0-bfba-485f-96db-bcbe321ca22a" providerId="ADAL" clId="{73CEF715-66E9-4D38-BD88-9671FAC084B2}" dt="2024-04-30T23:31:13.600" v="319" actId="207"/>
          <ac:spMkLst>
            <pc:docMk/>
            <pc:sldMk cId="2637870387" sldId="273"/>
            <ac:spMk id="3" creationId="{00000000-0000-0000-0000-000000000000}"/>
          </ac:spMkLst>
        </pc:spChg>
      </pc:sldChg>
      <pc:sldChg chg="new del">
        <pc:chgData name="Nurul Sarkar" userId="71db43f0-bfba-485f-96db-bcbe321ca22a" providerId="ADAL" clId="{73CEF715-66E9-4D38-BD88-9671FAC084B2}" dt="2024-04-30T23:15:19.276" v="160" actId="47"/>
        <pc:sldMkLst>
          <pc:docMk/>
          <pc:sldMk cId="324045319" sldId="274"/>
        </pc:sldMkLst>
      </pc:sldChg>
      <pc:sldChg chg="new del">
        <pc:chgData name="Nurul Sarkar" userId="71db43f0-bfba-485f-96db-bcbe321ca22a" providerId="ADAL" clId="{73CEF715-66E9-4D38-BD88-9671FAC084B2}" dt="2024-04-30T23:15:36.872" v="163" actId="47"/>
        <pc:sldMkLst>
          <pc:docMk/>
          <pc:sldMk cId="3927661245" sldId="274"/>
        </pc:sldMkLst>
      </pc:sldChg>
      <pc:sldChg chg="new del">
        <pc:chgData name="Nurul Sarkar" userId="71db43f0-bfba-485f-96db-bcbe321ca22a" providerId="ADAL" clId="{73CEF715-66E9-4D38-BD88-9671FAC084B2}" dt="2024-04-30T23:17:43.811" v="165" actId="47"/>
        <pc:sldMkLst>
          <pc:docMk/>
          <pc:sldMk cId="2421182186" sldId="275"/>
        </pc:sldMkLst>
      </pc:sldChg>
      <pc:sldChg chg="modSp add modAnim">
        <pc:chgData name="Nurul Sarkar" userId="71db43f0-bfba-485f-96db-bcbe321ca22a" providerId="ADAL" clId="{73CEF715-66E9-4D38-BD88-9671FAC084B2}" dt="2024-04-30T23:20:58.454" v="202" actId="20577"/>
        <pc:sldMkLst>
          <pc:docMk/>
          <pc:sldMk cId="1329202277" sldId="318"/>
        </pc:sldMkLst>
        <pc:spChg chg="mod">
          <ac:chgData name="Nurul Sarkar" userId="71db43f0-bfba-485f-96db-bcbe321ca22a" providerId="ADAL" clId="{73CEF715-66E9-4D38-BD88-9671FAC084B2}" dt="2024-04-30T23:20:58.454" v="202" actId="20577"/>
          <ac:spMkLst>
            <pc:docMk/>
            <pc:sldMk cId="1329202277" sldId="318"/>
            <ac:spMk id="3" creationId="{E8FE4192-2823-4A53-04F8-2787A041DFC0}"/>
          </ac:spMkLst>
        </pc:spChg>
        <pc:spChg chg="mod">
          <ac:chgData name="Nurul Sarkar" userId="71db43f0-bfba-485f-96db-bcbe321ca22a" providerId="ADAL" clId="{73CEF715-66E9-4D38-BD88-9671FAC084B2}" dt="2024-04-30T23:20:52.757" v="188" actId="20577"/>
          <ac:spMkLst>
            <pc:docMk/>
            <pc:sldMk cId="1329202277" sldId="318"/>
            <ac:spMk id="7" creationId="{FA675855-37F8-C760-BF9A-87BD359B9C9C}"/>
          </ac:spMkLst>
        </pc:spChg>
      </pc:sldChg>
      <pc:sldChg chg="modSp add mod modAnim">
        <pc:chgData name="Nurul Sarkar" userId="71db43f0-bfba-485f-96db-bcbe321ca22a" providerId="ADAL" clId="{73CEF715-66E9-4D38-BD88-9671FAC084B2}" dt="2024-04-30T23:21:53.026" v="232" actId="20577"/>
        <pc:sldMkLst>
          <pc:docMk/>
          <pc:sldMk cId="1437247991" sldId="319"/>
        </pc:sldMkLst>
        <pc:spChg chg="mod">
          <ac:chgData name="Nurul Sarkar" userId="71db43f0-bfba-485f-96db-bcbe321ca22a" providerId="ADAL" clId="{73CEF715-66E9-4D38-BD88-9671FAC084B2}" dt="2024-04-30T23:21:53.026" v="232" actId="20577"/>
          <ac:spMkLst>
            <pc:docMk/>
            <pc:sldMk cId="1437247991" sldId="319"/>
            <ac:spMk id="3" creationId="{E8FE4192-2823-4A53-04F8-2787A041DFC0}"/>
          </ac:spMkLst>
        </pc:spChg>
        <pc:spChg chg="mod">
          <ac:chgData name="Nurul Sarkar" userId="71db43f0-bfba-485f-96db-bcbe321ca22a" providerId="ADAL" clId="{73CEF715-66E9-4D38-BD88-9671FAC084B2}" dt="2024-04-30T23:21:48.019" v="217" actId="20577"/>
          <ac:spMkLst>
            <pc:docMk/>
            <pc:sldMk cId="1437247991" sldId="319"/>
            <ac:spMk id="7" creationId="{FA675855-37F8-C760-BF9A-87BD359B9C9C}"/>
          </ac:spMkLst>
        </pc:spChg>
      </pc:sldChg>
      <pc:sldChg chg="add del">
        <pc:chgData name="Nurul Sarkar" userId="71db43f0-bfba-485f-96db-bcbe321ca22a" providerId="ADAL" clId="{73CEF715-66E9-4D38-BD88-9671FAC084B2}" dt="2024-04-30T23:27:27.518" v="284" actId="47"/>
        <pc:sldMkLst>
          <pc:docMk/>
          <pc:sldMk cId="732147702" sldId="322"/>
        </pc:sldMkLst>
      </pc:sldChg>
      <pc:sldChg chg="modSp add">
        <pc:chgData name="Nurul Sarkar" userId="71db43f0-bfba-485f-96db-bcbe321ca22a" providerId="ADAL" clId="{73CEF715-66E9-4D38-BD88-9671FAC084B2}" dt="2024-04-30T23:24:52.296" v="255" actId="20577"/>
        <pc:sldMkLst>
          <pc:docMk/>
          <pc:sldMk cId="200740296" sldId="323"/>
        </pc:sldMkLst>
        <pc:spChg chg="mod">
          <ac:chgData name="Nurul Sarkar" userId="71db43f0-bfba-485f-96db-bcbe321ca22a" providerId="ADAL" clId="{73CEF715-66E9-4D38-BD88-9671FAC084B2}" dt="2024-04-30T23:24:17.432" v="240" actId="20577"/>
          <ac:spMkLst>
            <pc:docMk/>
            <pc:sldMk cId="200740296" sldId="323"/>
            <ac:spMk id="2" creationId="{A06A351F-ADF1-BA62-E0D7-A11B5F334F22}"/>
          </ac:spMkLst>
        </pc:spChg>
        <pc:spChg chg="mod">
          <ac:chgData name="Nurul Sarkar" userId="71db43f0-bfba-485f-96db-bcbe321ca22a" providerId="ADAL" clId="{73CEF715-66E9-4D38-BD88-9671FAC084B2}" dt="2024-04-30T23:24:52.296" v="255" actId="20577"/>
          <ac:spMkLst>
            <pc:docMk/>
            <pc:sldMk cId="200740296" sldId="323"/>
            <ac:spMk id="3" creationId="{E8FE4192-2823-4A53-04F8-2787A041DFC0}"/>
          </ac:spMkLst>
        </pc:spChg>
        <pc:spChg chg="mod">
          <ac:chgData name="Nurul Sarkar" userId="71db43f0-bfba-485f-96db-bcbe321ca22a" providerId="ADAL" clId="{73CEF715-66E9-4D38-BD88-9671FAC084B2}" dt="2024-04-30T23:24:39.130" v="249" actId="20577"/>
          <ac:spMkLst>
            <pc:docMk/>
            <pc:sldMk cId="200740296" sldId="323"/>
            <ac:spMk id="7" creationId="{FA675855-37F8-C760-BF9A-87BD359B9C9C}"/>
          </ac:spMkLst>
        </pc:spChg>
      </pc:sldChg>
      <pc:sldChg chg="modSp add del">
        <pc:chgData name="Nurul Sarkar" userId="71db43f0-bfba-485f-96db-bcbe321ca22a" providerId="ADAL" clId="{73CEF715-66E9-4D38-BD88-9671FAC084B2}" dt="2024-04-30T23:24:05.123" v="237" actId="2696"/>
        <pc:sldMkLst>
          <pc:docMk/>
          <pc:sldMk cId="4210014136" sldId="323"/>
        </pc:sldMkLst>
        <pc:spChg chg="mod">
          <ac:chgData name="Nurul Sarkar" userId="71db43f0-bfba-485f-96db-bcbe321ca22a" providerId="ADAL" clId="{73CEF715-66E9-4D38-BD88-9671FAC084B2}" dt="2024-04-30T23:18:14.768" v="168" actId="20577"/>
          <ac:spMkLst>
            <pc:docMk/>
            <pc:sldMk cId="4210014136" sldId="323"/>
            <ac:spMk id="2" creationId="{A06A351F-ADF1-BA62-E0D7-A11B5F334F22}"/>
          </ac:spMkLst>
        </pc:spChg>
      </pc:sldChg>
      <pc:sldChg chg="add del">
        <pc:chgData name="Nurul Sarkar" userId="71db43f0-bfba-485f-96db-bcbe321ca22a" providerId="ADAL" clId="{73CEF715-66E9-4D38-BD88-9671FAC084B2}" dt="2024-04-30T23:18:37.217" v="171" actId="47"/>
        <pc:sldMkLst>
          <pc:docMk/>
          <pc:sldMk cId="222551348" sldId="324"/>
        </pc:sldMkLst>
      </pc:sldChg>
      <pc:sldChg chg="modSp add del">
        <pc:chgData name="Nurul Sarkar" userId="71db43f0-bfba-485f-96db-bcbe321ca22a" providerId="ADAL" clId="{73CEF715-66E9-4D38-BD88-9671FAC084B2}" dt="2024-04-30T23:27:43.593" v="287" actId="47"/>
        <pc:sldMkLst>
          <pc:docMk/>
          <pc:sldMk cId="634987249" sldId="325"/>
        </pc:sldMkLst>
        <pc:spChg chg="mod">
          <ac:chgData name="Nurul Sarkar" userId="71db43f0-bfba-485f-96db-bcbe321ca22a" providerId="ADAL" clId="{73CEF715-66E9-4D38-BD88-9671FAC084B2}" dt="2024-04-30T23:18:21.166" v="170" actId="20577"/>
          <ac:spMkLst>
            <pc:docMk/>
            <pc:sldMk cId="634987249" sldId="325"/>
            <ac:spMk id="2" creationId="{A06A351F-ADF1-BA62-E0D7-A11B5F334F22}"/>
          </ac:spMkLst>
        </pc:spChg>
      </pc:sldChg>
      <pc:sldChg chg="modSp add del">
        <pc:chgData name="Nurul Sarkar" userId="71db43f0-bfba-485f-96db-bcbe321ca22a" providerId="ADAL" clId="{73CEF715-66E9-4D38-BD88-9671FAC084B2}" dt="2024-04-30T23:23:31.066" v="235" actId="2696"/>
        <pc:sldMkLst>
          <pc:docMk/>
          <pc:sldMk cId="1234219219" sldId="326"/>
        </pc:sldMkLst>
        <pc:spChg chg="mod">
          <ac:chgData name="Nurul Sarkar" userId="71db43f0-bfba-485f-96db-bcbe321ca22a" providerId="ADAL" clId="{73CEF715-66E9-4D38-BD88-9671FAC084B2}" dt="2024-04-30T23:19:19.448" v="174" actId="20577"/>
          <ac:spMkLst>
            <pc:docMk/>
            <pc:sldMk cId="1234219219" sldId="326"/>
            <ac:spMk id="2" creationId="{A06A351F-ADF1-BA62-E0D7-A11B5F334F22}"/>
          </ac:spMkLst>
        </pc:spChg>
      </pc:sldChg>
      <pc:sldChg chg="modSp add mod modAnim">
        <pc:chgData name="Nurul Sarkar" userId="71db43f0-bfba-485f-96db-bcbe321ca22a" providerId="ADAL" clId="{73CEF715-66E9-4D38-BD88-9671FAC084B2}" dt="2024-04-30T23:29:35.073" v="315" actId="14100"/>
        <pc:sldMkLst>
          <pc:docMk/>
          <pc:sldMk cId="4224983029" sldId="326"/>
        </pc:sldMkLst>
        <pc:spChg chg="mod">
          <ac:chgData name="Nurul Sarkar" userId="71db43f0-bfba-485f-96db-bcbe321ca22a" providerId="ADAL" clId="{73CEF715-66E9-4D38-BD88-9671FAC084B2}" dt="2024-04-30T23:28:48.672" v="293" actId="6549"/>
          <ac:spMkLst>
            <pc:docMk/>
            <pc:sldMk cId="4224983029" sldId="326"/>
            <ac:spMk id="3" creationId="{E8FE4192-2823-4A53-04F8-2787A041DFC0}"/>
          </ac:spMkLst>
        </pc:spChg>
        <pc:spChg chg="mod">
          <ac:chgData name="Nurul Sarkar" userId="71db43f0-bfba-485f-96db-bcbe321ca22a" providerId="ADAL" clId="{73CEF715-66E9-4D38-BD88-9671FAC084B2}" dt="2024-04-30T23:29:35.073" v="315" actId="14100"/>
          <ac:spMkLst>
            <pc:docMk/>
            <pc:sldMk cId="4224983029" sldId="326"/>
            <ac:spMk id="7" creationId="{FA675855-37F8-C760-BF9A-87BD359B9C9C}"/>
          </ac:spMkLst>
        </pc:spChg>
      </pc:sldChg>
      <pc:sldChg chg="new del">
        <pc:chgData name="Nurul Sarkar" userId="71db43f0-bfba-485f-96db-bcbe321ca22a" providerId="ADAL" clId="{73CEF715-66E9-4D38-BD88-9671FAC084B2}" dt="2024-04-30T23:27:29.706" v="285" actId="47"/>
        <pc:sldMkLst>
          <pc:docMk/>
          <pc:sldMk cId="3622480311" sldId="327"/>
        </pc:sldMkLst>
      </pc:sldChg>
      <pc:sldChg chg="new del">
        <pc:chgData name="Nurul Sarkar" userId="71db43f0-bfba-485f-96db-bcbe321ca22a" providerId="ADAL" clId="{73CEF715-66E9-4D38-BD88-9671FAC084B2}" dt="2024-04-30T23:27:32.531" v="286" actId="47"/>
        <pc:sldMkLst>
          <pc:docMk/>
          <pc:sldMk cId="233572270" sldId="328"/>
        </pc:sldMkLst>
      </pc:sldChg>
      <pc:sldChg chg="modSp add">
        <pc:chgData name="Nurul Sarkar" userId="71db43f0-bfba-485f-96db-bcbe321ca22a" providerId="ADAL" clId="{73CEF715-66E9-4D38-BD88-9671FAC084B2}" dt="2024-04-30T23:26:00.521" v="264" actId="6549"/>
        <pc:sldMkLst>
          <pc:docMk/>
          <pc:sldMk cId="982742131" sldId="329"/>
        </pc:sldMkLst>
        <pc:spChg chg="mod">
          <ac:chgData name="Nurul Sarkar" userId="71db43f0-bfba-485f-96db-bcbe321ca22a" providerId="ADAL" clId="{73CEF715-66E9-4D38-BD88-9671FAC084B2}" dt="2024-04-30T23:25:22.880" v="258" actId="20577"/>
          <ac:spMkLst>
            <pc:docMk/>
            <pc:sldMk cId="982742131" sldId="329"/>
            <ac:spMk id="2" creationId="{A06A351F-ADF1-BA62-E0D7-A11B5F334F22}"/>
          </ac:spMkLst>
        </pc:spChg>
        <pc:spChg chg="mod">
          <ac:chgData name="Nurul Sarkar" userId="71db43f0-bfba-485f-96db-bcbe321ca22a" providerId="ADAL" clId="{73CEF715-66E9-4D38-BD88-9671FAC084B2}" dt="2024-04-30T23:26:00.521" v="264" actId="6549"/>
          <ac:spMkLst>
            <pc:docMk/>
            <pc:sldMk cId="982742131" sldId="329"/>
            <ac:spMk id="3" creationId="{E8FE4192-2823-4A53-04F8-2787A041DFC0}"/>
          </ac:spMkLst>
        </pc:spChg>
      </pc:sldChg>
      <pc:sldChg chg="modSp add">
        <pc:chgData name="Nurul Sarkar" userId="71db43f0-bfba-485f-96db-bcbe321ca22a" providerId="ADAL" clId="{73CEF715-66E9-4D38-BD88-9671FAC084B2}" dt="2024-04-30T23:27:10.208" v="283" actId="20577"/>
        <pc:sldMkLst>
          <pc:docMk/>
          <pc:sldMk cId="3273203838" sldId="330"/>
        </pc:sldMkLst>
        <pc:spChg chg="mod">
          <ac:chgData name="Nurul Sarkar" userId="71db43f0-bfba-485f-96db-bcbe321ca22a" providerId="ADAL" clId="{73CEF715-66E9-4D38-BD88-9671FAC084B2}" dt="2024-04-30T23:26:32.317" v="267" actId="20577"/>
          <ac:spMkLst>
            <pc:docMk/>
            <pc:sldMk cId="3273203838" sldId="330"/>
            <ac:spMk id="2" creationId="{A06A351F-ADF1-BA62-E0D7-A11B5F334F22}"/>
          </ac:spMkLst>
        </pc:spChg>
        <pc:spChg chg="mod">
          <ac:chgData name="Nurul Sarkar" userId="71db43f0-bfba-485f-96db-bcbe321ca22a" providerId="ADAL" clId="{73CEF715-66E9-4D38-BD88-9671FAC084B2}" dt="2024-04-30T23:27:03.712" v="274" actId="20577"/>
          <ac:spMkLst>
            <pc:docMk/>
            <pc:sldMk cId="3273203838" sldId="330"/>
            <ac:spMk id="3" creationId="{E8FE4192-2823-4A53-04F8-2787A041DFC0}"/>
          </ac:spMkLst>
        </pc:spChg>
        <pc:spChg chg="mod">
          <ac:chgData name="Nurul Sarkar" userId="71db43f0-bfba-485f-96db-bcbe321ca22a" providerId="ADAL" clId="{73CEF715-66E9-4D38-BD88-9671FAC084B2}" dt="2024-04-30T23:27:10.208" v="283" actId="20577"/>
          <ac:spMkLst>
            <pc:docMk/>
            <pc:sldMk cId="3273203838" sldId="330"/>
            <ac:spMk id="7" creationId="{FA675855-37F8-C760-BF9A-87BD359B9C9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194C1A8-DC4B-4329-AF88-FD913597DE85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6125"/>
            <a:ext cx="662622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8073E54-D085-4E2E-B9A5-A53D7E5194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75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73E54-D085-4E2E-B9A5-A53D7E51940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907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9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3.1 – Overview</a:t>
            </a:r>
            <a:r>
              <a:rPr lang="en-US" sz="1200" b="0" baseline="0" dirty="0"/>
              <a:t> of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3.1.2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</a:t>
            </a:r>
            <a:r>
              <a:rPr lang="en-US" altLang="en-US" dirty="0"/>
              <a:t>  Benefits of a VLAN Design</a:t>
            </a:r>
            <a:endParaRPr lang="en-US" baseline="0" dirty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532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10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 in a Multi-Switched Environment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3.2.2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 Networks without VLANs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876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11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 in a Multi-Switched Environment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3.2.3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Networks with VLANs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414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14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 in a Multi-Switched Environment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3.2.1 – </a:t>
            </a:r>
            <a:r>
              <a:rPr lang="en-US" altLang="en-US" dirty="0"/>
              <a:t> Defining VLAN Trunks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949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fr-FR" sz="1200" b="0" dirty="0"/>
              <a:t>3 – VLANs</a:t>
            </a:r>
          </a:p>
          <a:p>
            <a:pPr>
              <a:buFontTx/>
              <a:buNone/>
            </a:pPr>
            <a:r>
              <a:rPr lang="fr-FR" sz="1200" b="0" dirty="0"/>
              <a:t>3.3 – VLAN Configuration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3.3.2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VLAN Creation Commands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3570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</a:t>
            </a:r>
            <a:r>
              <a:rPr lang="en-US" sz="1200" b="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Configuration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3.3.3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VLAN Creation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7725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</a:t>
            </a:r>
            <a:r>
              <a:rPr lang="en-US" sz="1200" b="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Configuration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3.3.4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VLAN Port Assignment Commands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140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</a:t>
            </a:r>
            <a:r>
              <a:rPr lang="en-US" sz="1200" b="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Configuration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3.3.5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VLAN Port Assignment Example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887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</a:t>
            </a:r>
            <a:r>
              <a:rPr lang="en-US" sz="1200" b="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Configuration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3.3.8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Verify VLAN Information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02248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</a:t>
            </a:r>
            <a:r>
              <a:rPr lang="en-US" sz="1200" b="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Configuration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3.3.9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Change VLAN Port Membership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72859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</a:t>
            </a:r>
            <a:r>
              <a:rPr lang="en-US" sz="1200" b="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Configuration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3.3.10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Delete VLANs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3.3.11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Syntax Checker – VLAN Configuration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dirty="0"/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3280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203200" y="365126"/>
            <a:ext cx="11785600" cy="1387475"/>
          </a:xfrm>
          <a:prstGeom prst="rect">
            <a:avLst/>
          </a:prstGeom>
        </p:spPr>
        <p:txBody>
          <a:bodyPr anchor="b"/>
          <a:lstStyle>
            <a:lvl1pPr>
              <a:defRPr sz="6200" b="0" i="0" baseline="0"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Book Title</a:t>
            </a:r>
          </a:p>
        </p:txBody>
      </p:sp>
      <p:sp>
        <p:nvSpPr>
          <p:cNvPr id="25" name="Edition"/>
          <p:cNvSpPr>
            <a:spLocks noGrp="1"/>
          </p:cNvSpPr>
          <p:nvPr>
            <p:ph sz="quarter" idx="17" hasCustomPrompt="1"/>
          </p:nvPr>
        </p:nvSpPr>
        <p:spPr>
          <a:xfrm>
            <a:off x="203200" y="1752600"/>
            <a:ext cx="11785600" cy="609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900" b="1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Edition</a:t>
            </a:r>
          </a:p>
        </p:txBody>
      </p:sp>
      <p:sp>
        <p:nvSpPr>
          <p:cNvPr id="27" name="Author"/>
          <p:cNvSpPr>
            <a:spLocks noGrp="1"/>
          </p:cNvSpPr>
          <p:nvPr>
            <p:ph sz="quarter" idx="18" hasCustomPrompt="1"/>
          </p:nvPr>
        </p:nvSpPr>
        <p:spPr>
          <a:xfrm>
            <a:off x="203200" y="2362200"/>
            <a:ext cx="11785600" cy="685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 baseline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Authors</a:t>
            </a:r>
          </a:p>
        </p:txBody>
      </p:sp>
      <p:sp>
        <p:nvSpPr>
          <p:cNvPr id="29" name="CN"/>
          <p:cNvSpPr>
            <a:spLocks noGrp="1"/>
          </p:cNvSpPr>
          <p:nvPr>
            <p:ph sz="quarter" idx="19" hasCustomPrompt="1"/>
          </p:nvPr>
        </p:nvSpPr>
        <p:spPr>
          <a:xfrm>
            <a:off x="203200" y="37338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 baseline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Chapter #</a:t>
            </a:r>
          </a:p>
        </p:txBody>
      </p:sp>
      <p:sp>
        <p:nvSpPr>
          <p:cNvPr id="31" name="CT"/>
          <p:cNvSpPr>
            <a:spLocks noGrp="1"/>
          </p:cNvSpPr>
          <p:nvPr>
            <p:ph sz="quarter" idx="20" hasCustomPrompt="1"/>
          </p:nvPr>
        </p:nvSpPr>
        <p:spPr>
          <a:xfrm>
            <a:off x="203200" y="4267200"/>
            <a:ext cx="11785600" cy="2438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800" b="0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Chapter Title</a:t>
            </a:r>
          </a:p>
        </p:txBody>
      </p:sp>
    </p:spTree>
    <p:extLst>
      <p:ext uri="{BB962C8B-B14F-4D97-AF65-F5344CB8AC3E}">
        <p14:creationId xmlns:p14="http://schemas.microsoft.com/office/powerpoint/2010/main" val="826372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N"/>
          <p:cNvSpPr>
            <a:spLocks noGrp="1"/>
          </p:cNvSpPr>
          <p:nvPr>
            <p:ph sz="quarter" idx="19" hasCustomPrompt="1"/>
          </p:nvPr>
        </p:nvSpPr>
        <p:spPr>
          <a:xfrm>
            <a:off x="203200" y="2286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 baseline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Chapter 1</a:t>
            </a:r>
          </a:p>
        </p:txBody>
      </p:sp>
      <p:sp>
        <p:nvSpPr>
          <p:cNvPr id="14" name="CT"/>
          <p:cNvSpPr>
            <a:spLocks noGrp="1"/>
          </p:cNvSpPr>
          <p:nvPr>
            <p:ph sz="quarter" idx="20" hasCustomPrompt="1"/>
          </p:nvPr>
        </p:nvSpPr>
        <p:spPr>
          <a:xfrm>
            <a:off x="203200" y="762000"/>
            <a:ext cx="11785600" cy="2286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800" b="0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Chapter Title</a:t>
            </a:r>
          </a:p>
        </p:txBody>
      </p:sp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203200" y="3505200"/>
            <a:ext cx="11785600" cy="1524000"/>
          </a:xfrm>
          <a:prstGeom prst="rect">
            <a:avLst/>
          </a:prstGeom>
        </p:spPr>
        <p:txBody>
          <a:bodyPr anchor="b"/>
          <a:lstStyle>
            <a:lvl1pPr>
              <a:defRPr sz="6200" b="0" i="0" baseline="0"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Click to Edit Book Title</a:t>
            </a:r>
          </a:p>
        </p:txBody>
      </p:sp>
      <p:sp>
        <p:nvSpPr>
          <p:cNvPr id="15" name="Edition"/>
          <p:cNvSpPr>
            <a:spLocks noGrp="1"/>
          </p:cNvSpPr>
          <p:nvPr>
            <p:ph sz="quarter" idx="17" hasCustomPrompt="1"/>
          </p:nvPr>
        </p:nvSpPr>
        <p:spPr>
          <a:xfrm>
            <a:off x="203200" y="5029200"/>
            <a:ext cx="11785600" cy="762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900" b="1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sz="2900" b="1" i="0" dirty="0">
                <a:latin typeface="Source Sans Pro" charset="0"/>
                <a:ea typeface="Source Sans Pro" charset="0"/>
                <a:cs typeface="Source Sans Pro" charset="0"/>
              </a:rPr>
              <a:t>Third Edition</a:t>
            </a:r>
            <a:endParaRPr lang="en-US" dirty="0"/>
          </a:p>
        </p:txBody>
      </p:sp>
      <p:sp>
        <p:nvSpPr>
          <p:cNvPr id="16" name="Author"/>
          <p:cNvSpPr>
            <a:spLocks noGrp="1"/>
          </p:cNvSpPr>
          <p:nvPr>
            <p:ph sz="quarter" idx="18" hasCustomPrompt="1"/>
          </p:nvPr>
        </p:nvSpPr>
        <p:spPr>
          <a:xfrm>
            <a:off x="203200" y="60960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 baseline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b="0" i="0" dirty="0">
                <a:latin typeface="Source Sans Pro" charset="0"/>
                <a:ea typeface="Source Sans Pro" charset="0"/>
                <a:cs typeface="Source Sans Pro" charset="0"/>
              </a:rPr>
              <a:t>David Klein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23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699" y="777241"/>
            <a:ext cx="11391901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13" name="COBBL"/>
          <p:cNvSpPr>
            <a:spLocks noGrp="1"/>
          </p:cNvSpPr>
          <p:nvPr>
            <p:ph sz="quarter" idx="10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295275" indent="-295275">
              <a:buClr>
                <a:schemeClr val="accent2"/>
              </a:buClr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One-Column</a:t>
            </a:r>
          </a:p>
          <a:p>
            <a:pPr lvl="0"/>
            <a:r>
              <a:rPr lang="en-US" dirty="0"/>
              <a:t>It Is One-Column Only</a:t>
            </a:r>
          </a:p>
          <a:p>
            <a:pPr lvl="0"/>
            <a:r>
              <a:rPr lang="en-US" dirty="0"/>
              <a:t>This Outline Has H1 Headings Only</a:t>
            </a:r>
          </a:p>
          <a:p>
            <a:pPr lvl="0"/>
            <a:r>
              <a:rPr lang="en-US" dirty="0"/>
              <a:t>The Headings Are in Title Case, Matching the </a:t>
            </a:r>
            <a:r>
              <a:rPr lang="en-US" dirty="0" err="1"/>
              <a:t>eText</a:t>
            </a:r>
            <a:r>
              <a:rPr lang="en-US" dirty="0"/>
              <a:t>; This Can Vary by Title</a:t>
            </a:r>
          </a:p>
          <a:p>
            <a:pPr lvl="0"/>
            <a:r>
              <a:rPr lang="en-US" dirty="0"/>
              <a:t>This List Is Bulleted</a:t>
            </a:r>
          </a:p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866936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BL 2-col"/>
          <p:cNvSpPr>
            <a:spLocks noGrp="1"/>
          </p:cNvSpPr>
          <p:nvPr>
            <p:ph sz="quarter" idx="12" hasCustomPrompt="1"/>
          </p:nvPr>
        </p:nvSpPr>
        <p:spPr>
          <a:xfrm>
            <a:off x="406400" y="1752600"/>
            <a:ext cx="11379200" cy="4603750"/>
          </a:xfrm>
          <a:prstGeom prst="rect">
            <a:avLst/>
          </a:prstGeom>
        </p:spPr>
        <p:txBody>
          <a:bodyPr numCol="2" spcCol="548640"/>
          <a:lstStyle>
            <a:lvl1pPr marL="292608" marR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Two-Column</a:t>
            </a:r>
          </a:p>
          <a:p>
            <a:pPr lvl="0"/>
            <a:r>
              <a:rPr lang="en-US" dirty="0"/>
              <a:t>This Outline Has No Sub-lists</a:t>
            </a:r>
          </a:p>
          <a:p>
            <a:pPr lvl="0"/>
            <a:r>
              <a:rPr lang="en-US" dirty="0"/>
              <a:t>This List Is Bulleted</a:t>
            </a:r>
          </a:p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  <a:p>
            <a:pPr lvl="0"/>
            <a:r>
              <a:rPr lang="en-US" dirty="0"/>
              <a:t>This is Another Heading</a:t>
            </a:r>
          </a:p>
          <a:p>
            <a:pPr lvl="0"/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lv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993600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C1 (sing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2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accent2"/>
              </a:buClr>
              <a:buFont typeface="+mj-lt"/>
              <a:buAutoNum type="arabicPeriod"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One-Column</a:t>
            </a:r>
          </a:p>
          <a:p>
            <a:pPr lvl="0"/>
            <a:r>
              <a:rPr lang="en-US" dirty="0"/>
              <a:t>It Is One-Column Only</a:t>
            </a:r>
          </a:p>
          <a:p>
            <a:pPr lvl="0"/>
            <a:r>
              <a:rPr lang="en-US" dirty="0"/>
              <a:t>This Outline Has H1 Headings Only</a:t>
            </a:r>
          </a:p>
          <a:p>
            <a:pPr lvl="0"/>
            <a:r>
              <a:rPr lang="en-US" dirty="0"/>
              <a:t>The Headings Are in Title Case, Matching the </a:t>
            </a:r>
            <a:r>
              <a:rPr lang="en-US" dirty="0" err="1"/>
              <a:t>eText</a:t>
            </a:r>
            <a:r>
              <a:rPr lang="en-US" dirty="0"/>
              <a:t>; This Can Vary by Title</a:t>
            </a:r>
          </a:p>
          <a:p>
            <a:pPr lvl="0"/>
            <a:r>
              <a:rPr lang="en-US" dirty="0"/>
              <a:t>This List Is Numbered</a:t>
            </a:r>
          </a:p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786427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C2 (doub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10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114800"/>
          </a:xfrm>
          <a:prstGeom prst="rect">
            <a:avLst/>
          </a:prstGeom>
        </p:spPr>
        <p:txBody>
          <a:bodyPr/>
          <a:lstStyle>
            <a:lvl1pPr marL="803275" indent="-803275"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1.1	This Is a Sample Outline for One-Column and Double-numbered</a:t>
            </a:r>
          </a:p>
          <a:p>
            <a:pPr lvl="0"/>
            <a:r>
              <a:rPr lang="en-US" dirty="0"/>
              <a:t>1.2	It is One-column Only</a:t>
            </a:r>
          </a:p>
          <a:p>
            <a:pPr lvl="0"/>
            <a:r>
              <a:rPr lang="en-US" dirty="0"/>
              <a:t>1.3	This Outline Has No Sub-lists</a:t>
            </a:r>
          </a:p>
          <a:p>
            <a:pPr lvl="0"/>
            <a:r>
              <a:rPr lang="en-US" dirty="0"/>
              <a:t>1.4	This List Is Double-numbered</a:t>
            </a:r>
          </a:p>
          <a:p>
            <a:pPr lvl="0"/>
            <a:r>
              <a:rPr lang="en-US" dirty="0"/>
              <a:t>1.5	The Outline Slide Has a Footer</a:t>
            </a:r>
          </a:p>
          <a:p>
            <a:pPr lvl="0"/>
            <a:r>
              <a:rPr lang="en-US" dirty="0"/>
              <a:t>10.6	Outline Items Usually Have No Ending Punctuation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123572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8" name="COBBL"/>
          <p:cNvSpPr>
            <a:spLocks noGrp="1"/>
          </p:cNvSpPr>
          <p:nvPr>
            <p:ph sz="quarter" idx="12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>
            <a:normAutofit/>
          </a:bodyPr>
          <a:lstStyle>
            <a:lvl1pPr marL="292608" marR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621792" marR="0" indent="-32004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Courier New" charset="0"/>
              <a:buChar char="o"/>
              <a:tabLst/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>
              <a:defRPr sz="20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1-Column </a:t>
            </a:r>
          </a:p>
          <a:p>
            <a:pPr lvl="1"/>
            <a:r>
              <a:rPr lang="en-US" dirty="0"/>
              <a:t>It Has H2s</a:t>
            </a:r>
          </a:p>
          <a:p>
            <a:pPr lvl="0"/>
            <a:r>
              <a:rPr lang="en-US" dirty="0"/>
              <a:t>It Is One-column Only</a:t>
            </a:r>
          </a:p>
          <a:p>
            <a:pPr lvl="1"/>
            <a:r>
              <a:rPr lang="en-US" dirty="0"/>
              <a:t>It Will Probably Not Have Art</a:t>
            </a:r>
          </a:p>
          <a:p>
            <a:pPr lvl="0"/>
            <a:r>
              <a:rPr lang="en-US" dirty="0"/>
              <a:t>This Is a Bulleted List</a:t>
            </a:r>
          </a:p>
          <a:p>
            <a:pPr lvl="1"/>
            <a:r>
              <a:rPr lang="en-US" dirty="0"/>
              <a:t>Make Sure That Any Links Included Here, for Any Reason, Have Descriptive Hyperlinks</a:t>
            </a:r>
          </a:p>
          <a:p>
            <a:pPr lvl="0"/>
            <a:r>
              <a:rPr lang="en-US" dirty="0"/>
              <a:t>Outline Items Usually Have No Ending Punctuation</a:t>
            </a:r>
          </a:p>
          <a:p>
            <a:pPr lvl="1"/>
            <a:r>
              <a:rPr lang="en-US" dirty="0"/>
              <a:t>There is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37909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E1 (sing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465138" indent="-465138">
              <a:buClr>
                <a:schemeClr val="accent2"/>
              </a:buClr>
              <a:buFont typeface="+mj-lt"/>
              <a:buAutoNum type="arabicPeriod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803275" indent="-282575">
              <a:buClr>
                <a:schemeClr val="accent2"/>
              </a:buClr>
              <a:tabLst/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 marL="803275" marR="0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This Is a Sample Outline for One-Column and single number</a:t>
            </a:r>
          </a:p>
          <a:p>
            <a:pPr lvl="1"/>
            <a:r>
              <a:rPr lang="en-US" dirty="0"/>
              <a:t>The H2 Level Does Not Have a Number</a:t>
            </a:r>
          </a:p>
          <a:p>
            <a:pPr lvl="2"/>
            <a:r>
              <a:rPr lang="en-US" dirty="0"/>
              <a:t>One of the Subheadings May Be a Special Feature  </a:t>
            </a:r>
          </a:p>
          <a:p>
            <a:pPr lvl="0"/>
            <a:r>
              <a:rPr lang="en-US" dirty="0"/>
              <a:t>This Outline Has Two Levels</a:t>
            </a:r>
          </a:p>
          <a:p>
            <a:pPr lvl="1"/>
            <a:r>
              <a:rPr lang="en-US" dirty="0"/>
              <a:t>Outline Items Usually Have No Ending Punctuation</a:t>
            </a:r>
          </a:p>
          <a:p>
            <a:pPr marL="803275" marR="0" lvl="2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/>
              <a:t>Special Feature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263432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E2 (doub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343400"/>
          </a:xfrm>
          <a:prstGeom prst="rect">
            <a:avLst/>
          </a:prstGeom>
        </p:spPr>
        <p:txBody>
          <a:bodyPr/>
          <a:lstStyle>
            <a:lvl1pPr marL="803275" indent="-803275"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1143000" indent="-292608">
              <a:buClr>
                <a:schemeClr val="accent2"/>
              </a:buClr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 marL="1143000" marR="0" indent="-29260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1.1	This Is a Sample Outline for One-Column and Double-numbered</a:t>
            </a:r>
          </a:p>
          <a:p>
            <a:pPr lvl="1"/>
            <a:r>
              <a:rPr lang="en-US" dirty="0"/>
              <a:t>The H2 Level Does Not Have a Number</a:t>
            </a:r>
          </a:p>
          <a:p>
            <a:pPr lvl="2"/>
            <a:r>
              <a:rPr lang="en-US" dirty="0"/>
              <a:t>One of the Subheadings May Be a Special Feature </a:t>
            </a:r>
          </a:p>
          <a:p>
            <a:pPr lvl="0"/>
            <a:r>
              <a:rPr lang="en-US" dirty="0"/>
              <a:t>10.2	This Outline Has Two Levels</a:t>
            </a:r>
          </a:p>
          <a:p>
            <a:pPr lvl="1"/>
            <a:r>
              <a:rPr lang="en-US" dirty="0"/>
              <a:t>Outline Items Usually Have No Ending Punctuation</a:t>
            </a:r>
          </a:p>
          <a:p>
            <a:pPr lvl="2"/>
            <a:r>
              <a:rPr lang="en-US" dirty="0"/>
              <a:t>Special Feature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04265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803275" indent="-282575">
              <a:tabLst/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 marL="803275" marR="0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This Is a Sample Outline with No Numbers and One-column</a:t>
            </a:r>
          </a:p>
          <a:p>
            <a:pPr lvl="1"/>
            <a:r>
              <a:rPr lang="en-US" dirty="0"/>
              <a:t>The H2 Level Does Not Have a Number</a:t>
            </a:r>
          </a:p>
          <a:p>
            <a:pPr lvl="2"/>
            <a:r>
              <a:rPr lang="en-US" dirty="0"/>
              <a:t>One of the Subheadings May Be a Special Feature  </a:t>
            </a:r>
          </a:p>
          <a:p>
            <a:pPr lvl="0"/>
            <a:r>
              <a:rPr lang="en-US" dirty="0"/>
              <a:t>This Outline Has Two Levels</a:t>
            </a:r>
          </a:p>
          <a:p>
            <a:pPr lvl="1"/>
            <a:r>
              <a:rPr lang="en-US" dirty="0"/>
              <a:t>Outline Items Usually Have No Ending Punctuation</a:t>
            </a:r>
          </a:p>
          <a:p>
            <a:pPr marL="803275" marR="0" lvl="2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/>
              <a:t>Special Feature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40378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F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 numCol="2" spcCol="548640"/>
          <a:lstStyle>
            <a:lvl1pPr marL="803275" marR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1.1	This Is a Sample Outline for Two-Column and Double-numbered</a:t>
            </a:r>
          </a:p>
          <a:p>
            <a:pPr lvl="0"/>
            <a:r>
              <a:rPr lang="en-US" dirty="0"/>
              <a:t>1.2	It is Two-column </a:t>
            </a:r>
          </a:p>
          <a:p>
            <a:pPr lvl="0"/>
            <a:r>
              <a:rPr lang="en-US" dirty="0"/>
              <a:t>1.3	This Outline Has No Sub-lists</a:t>
            </a:r>
          </a:p>
          <a:p>
            <a:pPr lvl="0"/>
            <a:r>
              <a:rPr lang="en-US" dirty="0"/>
              <a:t>1.4	This List Is Double-numbered</a:t>
            </a:r>
          </a:p>
          <a:p>
            <a:pPr lvl="0"/>
            <a:r>
              <a:rPr lang="en-US" dirty="0"/>
              <a:t>1.5	The Outline Slide Has a Footer</a:t>
            </a:r>
          </a:p>
          <a:p>
            <a:pPr lvl="0"/>
            <a:r>
              <a:rPr lang="en-US" dirty="0"/>
              <a:t>1.6	Outline Items Usually Have No Ending Punctuation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1.7	Another Heading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1.8	Another Heading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1.10	Another Heading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051878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1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5384800" cy="4419600"/>
          </a:xfrm>
          <a:prstGeom prst="rect">
            <a:avLst/>
          </a:prstGeom>
        </p:spPr>
        <p:txBody>
          <a:bodyPr numCol="1" spcCol="54864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This Is a Sample Outline for Two-Column (2 Boxes) and Double-numbered</a:t>
            </a:r>
          </a:p>
          <a:p>
            <a:pPr lvl="0"/>
            <a:r>
              <a:rPr lang="en-US" dirty="0"/>
              <a:t>It is Two-column </a:t>
            </a:r>
          </a:p>
          <a:p>
            <a:pPr lvl="0"/>
            <a:r>
              <a:rPr lang="en-US" dirty="0"/>
              <a:t>This Outline Has No Sub-lists</a:t>
            </a:r>
          </a:p>
          <a:p>
            <a:pPr lvl="0"/>
            <a:r>
              <a:rPr lang="en-US" dirty="0"/>
              <a:t>This List Is Double-numbered</a:t>
            </a:r>
          </a:p>
        </p:txBody>
      </p:sp>
      <p:sp>
        <p:nvSpPr>
          <p:cNvPr id="7" name="COBNL2"/>
          <p:cNvSpPr>
            <a:spLocks noGrp="1"/>
          </p:cNvSpPr>
          <p:nvPr>
            <p:ph sz="quarter" idx="15" hasCustomPrompt="1"/>
          </p:nvPr>
        </p:nvSpPr>
        <p:spPr>
          <a:xfrm>
            <a:off x="6356349" y="1752600"/>
            <a:ext cx="5384800" cy="4419600"/>
          </a:xfrm>
          <a:prstGeom prst="rect">
            <a:avLst/>
          </a:prstGeom>
        </p:spPr>
        <p:txBody>
          <a:bodyPr numCol="1" spcCol="548640">
            <a:normAutofit/>
          </a:bodyPr>
          <a:lstStyle>
            <a:lvl1pPr marL="292608" marR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410060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/>
            </a:lvl1pPr>
            <a:lvl2pPr marL="457200" indent="-446088">
              <a:spcBef>
                <a:spcPts val="2000"/>
              </a:spcBef>
              <a:buFont typeface="+mj-lt"/>
              <a:buNone/>
              <a:tabLst/>
              <a:defRPr sz="2800">
                <a:solidFill>
                  <a:schemeClr val="accent2"/>
                </a:solidFill>
              </a:defRPr>
            </a:lvl2pPr>
            <a:lvl3pPr marL="688975" indent="-400050">
              <a:spcBef>
                <a:spcPts val="1000"/>
              </a:spcBef>
              <a:buClr>
                <a:schemeClr val="accent2"/>
              </a:buClr>
              <a:buFont typeface="+mj-lt"/>
              <a:buAutoNum type="arabicPeriod"/>
              <a:tabLst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dirty="0"/>
              <a:t>This Is a Sample Outline with No Numbers</a:t>
            </a:r>
          </a:p>
          <a:p>
            <a:pPr lvl="1"/>
            <a:r>
              <a:rPr lang="en-US" dirty="0"/>
              <a:t>Learning Objective</a:t>
            </a:r>
          </a:p>
          <a:p>
            <a:pPr lvl="2"/>
            <a:r>
              <a:rPr lang="en-US" dirty="0"/>
              <a:t>Describe what racial &amp; ethnic group make up Latin America.</a:t>
            </a:r>
          </a:p>
          <a:p>
            <a:pPr lvl="2"/>
            <a:r>
              <a:rPr lang="en-US" dirty="0"/>
              <a:t>Explain Latin American agricultural systems.</a:t>
            </a:r>
          </a:p>
          <a:p>
            <a:pPr lvl="2"/>
            <a:r>
              <a:rPr lang="en-US" dirty="0"/>
              <a:t>Critically evaluate models of biodiversity conservation in the Latin American context.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©2017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95633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Outline: Version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8" name="COBBL"/>
          <p:cNvSpPr>
            <a:spLocks noGrp="1"/>
          </p:cNvSpPr>
          <p:nvPr>
            <p:ph sz="quarter" idx="12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>
            <a:normAutofit/>
          </a:bodyPr>
          <a:lstStyle>
            <a:lvl1pPr marL="292608" marR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621792" marR="0" indent="-32004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Courier New" charset="0"/>
              <a:buChar char="o"/>
              <a:tabLst/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>
              <a:defRPr sz="20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1-Column </a:t>
            </a:r>
          </a:p>
          <a:p>
            <a:pPr lvl="1"/>
            <a:r>
              <a:rPr lang="en-US" dirty="0"/>
              <a:t>It Has H2s</a:t>
            </a:r>
          </a:p>
          <a:p>
            <a:pPr lvl="0"/>
            <a:r>
              <a:rPr lang="en-US" dirty="0"/>
              <a:t>It Is One-column Only</a:t>
            </a:r>
          </a:p>
          <a:p>
            <a:pPr lvl="1"/>
            <a:r>
              <a:rPr lang="en-US" dirty="0"/>
              <a:t>It Will Probably Not Have Art</a:t>
            </a:r>
          </a:p>
          <a:p>
            <a:pPr lvl="0"/>
            <a:r>
              <a:rPr lang="en-US" dirty="0"/>
              <a:t>This Is a Bulleted List</a:t>
            </a:r>
          </a:p>
          <a:p>
            <a:pPr lvl="1"/>
            <a:r>
              <a:rPr lang="en-US" dirty="0"/>
              <a:t>Make Sure That Any Links Included Here, for Any Reason, Have Descriptive Hyperlinks</a:t>
            </a:r>
          </a:p>
          <a:p>
            <a:pPr lvl="0"/>
            <a:r>
              <a:rPr lang="en-US" dirty="0"/>
              <a:t>Outline Items Usually Have No Ending Punctuation</a:t>
            </a:r>
          </a:p>
          <a:p>
            <a:pPr lvl="1"/>
            <a:r>
              <a:rPr lang="en-US" dirty="0"/>
              <a:t>There is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9512266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297921" y="6605684"/>
            <a:ext cx="902547" cy="252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defTabSz="514338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514338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92087" y="1065260"/>
            <a:ext cx="11804381" cy="55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226478" indent="-22647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>
                <a:sym typeface="Arial" pitchFamily="34" charset="0"/>
              </a:rPr>
              <a:t>Third level</a:t>
            </a:r>
          </a:p>
          <a:p>
            <a:pPr lvl="3"/>
            <a:r>
              <a:rPr lang="en-US" dirty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55191"/>
            <a:ext cx="12192000" cy="1010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3200"/>
            </a:lvl1pPr>
          </a:lstStyle>
          <a:p>
            <a:pPr lvl="0"/>
            <a:r>
              <a:rPr lang="en-US" dirty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6124521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06400" y="743712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Learning Objectives</a:t>
            </a:r>
          </a:p>
        </p:txBody>
      </p:sp>
      <p:sp>
        <p:nvSpPr>
          <p:cNvPr id="9" name="LONL"/>
          <p:cNvSpPr>
            <a:spLocks noGrp="1"/>
          </p:cNvSpPr>
          <p:nvPr>
            <p:ph sz="quarter" idx="16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accent2"/>
              </a:buClr>
              <a:buFont typeface="+mj-lt"/>
              <a:buAutoNum type="arabicPeriod"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Explain the time value of money and why it is so important in the field of finance.</a:t>
            </a:r>
          </a:p>
          <a:p>
            <a:pPr lvl="0"/>
            <a:r>
              <a:rPr lang="en-US" dirty="0"/>
              <a:t>Explain the concept of future value, including the meaning of the terms principal, simple interest, and compound interest.</a:t>
            </a:r>
          </a:p>
          <a:p>
            <a:pPr lvl="0"/>
            <a:r>
              <a:rPr lang="en-US" dirty="0"/>
              <a:t>Explain the concept of present value, how it relates to future value, and is used to make business decisions.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8-</a:t>
            </a:r>
            <a:fld id="{957104EA-F2AF-1046-9253-EE8D978719B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8823214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>
            <a:spLocks noGrp="1"/>
          </p:cNvSpPr>
          <p:nvPr>
            <p:ph type="title" hasCustomPrompt="1"/>
          </p:nvPr>
        </p:nvSpPr>
        <p:spPr>
          <a:xfrm>
            <a:off x="406400" y="743712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Learning Objectives</a:t>
            </a:r>
          </a:p>
        </p:txBody>
      </p:sp>
      <p:sp>
        <p:nvSpPr>
          <p:cNvPr id="7" name="LOBL"/>
          <p:cNvSpPr>
            <a:spLocks noGrp="1"/>
          </p:cNvSpPr>
          <p:nvPr>
            <p:ph sz="quarter" idx="16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292608" indent="-292608">
              <a:buClr>
                <a:schemeClr val="accent2"/>
              </a:buClr>
              <a:buFont typeface="Arial" charset="0"/>
              <a:buChar char="•"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Explain the time value of money and why it is so important in the field of finance.</a:t>
            </a:r>
          </a:p>
          <a:p>
            <a:pPr lvl="0"/>
            <a:r>
              <a:rPr lang="en-US" dirty="0"/>
              <a:t>Explain the concept of future value, including the meaning of the terms principal, simple interest, and compound interest.</a:t>
            </a:r>
          </a:p>
          <a:p>
            <a:pPr lvl="0"/>
            <a:r>
              <a:rPr lang="en-US" dirty="0"/>
              <a:t>Explain the concept of present value, how it relates to future value, and is used to make business decisions.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177182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 Check Question (1of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1.1 Periodicity Assumption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6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2800" baseline="0"/>
            </a:lvl1pPr>
            <a:lvl2pPr marL="809625" indent="-460375">
              <a:spcBef>
                <a:spcPts val="1000"/>
              </a:spcBef>
              <a:buClr>
                <a:schemeClr val="accent2"/>
              </a:buClr>
              <a:buFont typeface="+mj-lt"/>
              <a:buAutoNum type="alphaLcPeriod"/>
              <a:tabLst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dirty="0"/>
              <a:t>Which one of these statements about the accrual basis of accounting is false?</a:t>
            </a:r>
          </a:p>
          <a:p>
            <a:pPr lvl="1"/>
            <a:r>
              <a:rPr lang="en-US" dirty="0"/>
              <a:t>Companies record events that change their financial statements in the period in which events occur, even if cash was not exchanged.</a:t>
            </a:r>
          </a:p>
          <a:p>
            <a:pPr lvl="1"/>
            <a:r>
              <a:rPr lang="en-US" dirty="0"/>
              <a:t>Companies recognize revenue in the period in which the performance obligation is satisfied.</a:t>
            </a:r>
          </a:p>
          <a:p>
            <a:pPr lvl="1"/>
            <a:r>
              <a:rPr lang="en-US" dirty="0"/>
              <a:t>This basis is accord with generally accepted accounting principles.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12438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 Check Question (2of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1.1 Periodicity Assumption</a:t>
            </a:r>
          </a:p>
        </p:txBody>
      </p:sp>
      <p:sp>
        <p:nvSpPr>
          <p:cNvPr id="12" name="Question"/>
          <p:cNvSpPr>
            <a:spLocks noGrp="1"/>
          </p:cNvSpPr>
          <p:nvPr>
            <p:ph sz="quarter" idx="15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12700" indent="0">
              <a:spcBef>
                <a:spcPts val="1000"/>
              </a:spcBef>
              <a:buNone/>
              <a:tabLst/>
              <a:defRPr sz="28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None/>
              <a:tabLst/>
              <a:defRPr sz="28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03275" indent="-790575">
              <a:buNone/>
              <a:tabLst/>
              <a:defRPr sz="2800" b="0" i="0"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Which one of these statements about the accrual basis of accounting is false?</a:t>
            </a:r>
          </a:p>
          <a:p>
            <a:pPr lvl="1"/>
            <a:r>
              <a:rPr lang="en-US" dirty="0"/>
              <a:t>a.	Companies record events that change their financial statements in the period in which events occur, even if cash was not exchanged.</a:t>
            </a:r>
          </a:p>
          <a:p>
            <a:pPr lvl="2"/>
            <a:r>
              <a:rPr lang="en-US" dirty="0"/>
              <a:t>✔️b.	Companies recognize revenue in the period in which the performance obligation is satisfied.</a:t>
            </a:r>
          </a:p>
          <a:p>
            <a:pPr lvl="1"/>
            <a:r>
              <a:rPr lang="en-US" dirty="0"/>
              <a:t>c.	This basis is accord with generally accepted accounting principles.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523935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erm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68351"/>
            <a:ext cx="11379200" cy="990599"/>
          </a:xfrm>
        </p:spPr>
        <p:txBody>
          <a:bodyPr/>
          <a:lstStyle/>
          <a:p>
            <a:r>
              <a:rPr lang="en-US"/>
              <a:t>Language</a:t>
            </a:r>
            <a:endParaRPr lang="en-US" dirty="0"/>
          </a:p>
        </p:txBody>
      </p:sp>
      <p:sp>
        <p:nvSpPr>
          <p:cNvPr id="7" name="Definition of Key Term"/>
          <p:cNvSpPr>
            <a:spLocks noGrp="1"/>
          </p:cNvSpPr>
          <p:nvPr>
            <p:ph sz="quarter" idx="15" hasCustomPrompt="1"/>
          </p:nvPr>
        </p:nvSpPr>
        <p:spPr>
          <a:xfrm>
            <a:off x="406400" y="1752600"/>
            <a:ext cx="11379200" cy="4114800"/>
          </a:xfrm>
          <a:prstGeom prst="rect">
            <a:avLst/>
          </a:prstGeom>
        </p:spPr>
        <p:txBody>
          <a:bodyPr/>
          <a:lstStyle>
            <a:lvl1pPr marL="292608" indent="-292608">
              <a:spcBef>
                <a:spcPts val="1000"/>
              </a:spcBef>
              <a:buFont typeface="Arial" charset="0"/>
              <a:buChar char="•"/>
              <a:defRPr sz="30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dirty="0"/>
              <a:t>Form of communication using sounds and symbols combined according to specified rules</a:t>
            </a:r>
          </a:p>
        </p:txBody>
      </p:sp>
      <p:sp>
        <p:nvSpPr>
          <p:cNvPr id="9" name="Media LInk"/>
          <p:cNvSpPr>
            <a:spLocks noGrp="1"/>
          </p:cNvSpPr>
          <p:nvPr>
            <p:ph sz="quarter" idx="16" hasCustomPrompt="1"/>
          </p:nvPr>
        </p:nvSpPr>
        <p:spPr>
          <a:xfrm>
            <a:off x="406400" y="5867400"/>
            <a:ext cx="11379200" cy="6096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200" b="0" i="0" baseline="0">
                <a:latin typeface="Calibri" charset="0"/>
                <a:ea typeface="Calibri" charset="0"/>
                <a:cs typeface="Calibri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 dirty="0"/>
              <a:t>Media link placeholder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7006093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erm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914402"/>
            <a:ext cx="11379200" cy="99059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Anatomy and Physiology Defined</a:t>
            </a:r>
          </a:p>
        </p:txBody>
      </p:sp>
      <p:sp>
        <p:nvSpPr>
          <p:cNvPr id="7" name="Definition of Key Term"/>
          <p:cNvSpPr>
            <a:spLocks noGrp="1"/>
          </p:cNvSpPr>
          <p:nvPr>
            <p:ph sz="quarter" idx="15" hasCustomPrompt="1"/>
          </p:nvPr>
        </p:nvSpPr>
        <p:spPr>
          <a:xfrm>
            <a:off x="406400" y="1905000"/>
            <a:ext cx="11379200" cy="3962400"/>
          </a:xfrm>
          <a:prstGeom prst="rect">
            <a:avLst/>
          </a:prstGeom>
        </p:spPr>
        <p:txBody>
          <a:bodyPr/>
          <a:lstStyle>
            <a:lvl1pPr marL="292608" indent="-292608">
              <a:spcBef>
                <a:spcPts val="1000"/>
              </a:spcBef>
              <a:buClr>
                <a:schemeClr val="accent2"/>
              </a:buClr>
              <a:buFont typeface="Arial" charset="0"/>
              <a:buChar char="•"/>
              <a:defRPr sz="30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dirty="0"/>
              <a:t>Anatomy is the science of structure and the relationships among structures.</a:t>
            </a:r>
          </a:p>
          <a:p>
            <a:pPr lvl="0"/>
            <a:r>
              <a:rPr lang="en-US" dirty="0"/>
              <a:t>Physiology is the science of body functions, that is, how the body parts work.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6622711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for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3276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Figure caption"/>
          <p:cNvSpPr>
            <a:spLocks noGrp="1"/>
          </p:cNvSpPr>
          <p:nvPr>
            <p:ph sz="quarter" idx="15" hasCustomPrompt="1"/>
          </p:nvPr>
        </p:nvSpPr>
        <p:spPr>
          <a:xfrm>
            <a:off x="406400" y="5029200"/>
            <a:ext cx="11379200" cy="1143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Font typeface="Arial" charset="0"/>
              <a:buNone/>
              <a:defRPr sz="20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sz="2000" dirty="0"/>
              <a:t>Figure 4.5 Figure title placeholder</a:t>
            </a:r>
          </a:p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9771030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4603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539791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4603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0"/>
            <a:ext cx="5486400" cy="4603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2647604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2819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0"/>
            <a:ext cx="5486400" cy="2819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048000" y="4724401"/>
            <a:ext cx="6096000" cy="1489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6132984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5350051"/>
            <a:ext cx="11379200" cy="30997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sz="2000" dirty="0"/>
              <a:t>Figure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820739"/>
            <a:ext cx="11379200" cy="4452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406400" y="5780676"/>
            <a:ext cx="11379200" cy="467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sz="2000" dirty="0"/>
              <a:t>Figure 4.5 Figure title placeholder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3175000" cy="365125"/>
          </a:xfr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8-</a:t>
            </a:r>
            <a:fld id="{42181430-7FCB-BA4C-90CE-EB7ACCC9EC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2667376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406400" y="5920581"/>
            <a:ext cx="11379200" cy="435770"/>
          </a:xfrm>
          <a:prstGeom prst="rect">
            <a:avLst/>
          </a:prstGeom>
        </p:spPr>
        <p:txBody>
          <a:bodyPr/>
          <a:lstStyle>
            <a:lvl1pPr algn="ctr"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Image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820738"/>
            <a:ext cx="11379200" cy="49704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3175000" cy="365125"/>
          </a:xfr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8-</a:t>
            </a:r>
            <a:fld id="{42181430-7FCB-BA4C-90CE-EB7ACCC9EC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5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04800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93880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10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393699" y="777242"/>
            <a:ext cx="11391901" cy="975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611586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42" r:id="rId2"/>
    <p:sldLayoutId id="2147483956" r:id="rId3"/>
    <p:sldLayoutId id="2147483955" r:id="rId4"/>
    <p:sldLayoutId id="2147483957" r:id="rId5"/>
    <p:sldLayoutId id="2147483959" r:id="rId6"/>
    <p:sldLayoutId id="2147483958" r:id="rId7"/>
    <p:sldLayoutId id="2147483960" r:id="rId8"/>
    <p:sldLayoutId id="2147483961" r:id="rId9"/>
    <p:sldLayoutId id="2147483962" r:id="rId10"/>
    <p:sldLayoutId id="2147483963" r:id="rId11"/>
    <p:sldLayoutId id="2147483980" r:id="rId12"/>
    <p:sldLayoutId id="2147483981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6400" y="743714"/>
            <a:ext cx="11379200" cy="9905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811935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64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8272" y="762002"/>
            <a:ext cx="11387328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32194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6400" y="762001"/>
            <a:ext cx="11379200" cy="9905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616953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9" r:id="rId1"/>
    <p:sldLayoutId id="214748397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2016" y="762001"/>
            <a:ext cx="11379200" cy="9905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02625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0080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29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8-</a:t>
            </a:r>
            <a:fld id="{42181430-7FCB-BA4C-90CE-EB7ACCC9EC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216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b="0" i="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3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Data Communications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 dirty="0"/>
              <a:t>Fourteenth Edition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en-US" dirty="0"/>
              <a:t>Jerry FitzGerald, Alan Dennis, and Alexandra Durcikova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dirty="0"/>
              <a:t>Chapter 8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r>
              <a:rPr lang="en-US" dirty="0"/>
              <a:t>Backbone Networks</a:t>
            </a:r>
          </a:p>
        </p:txBody>
      </p:sp>
    </p:spTree>
    <p:extLst>
      <p:ext uri="{BB962C8B-B14F-4D97-AF65-F5344CB8AC3E}">
        <p14:creationId xmlns:p14="http://schemas.microsoft.com/office/powerpoint/2010/main" val="660503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the Internetworking devices used in BNs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the </a:t>
            </a:r>
            <a:r>
              <a:rPr lang="en-US" dirty="0">
                <a:solidFill>
                  <a:srgbClr val="FF0000"/>
                </a:solidFill>
              </a:rPr>
              <a:t>switched backbone 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the </a:t>
            </a:r>
            <a:r>
              <a:rPr lang="en-US" dirty="0">
                <a:solidFill>
                  <a:srgbClr val="FF0000"/>
                </a:solidFill>
              </a:rPr>
              <a:t>routed backbone 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</a:t>
            </a:r>
            <a:r>
              <a:rPr lang="en-US" dirty="0">
                <a:solidFill>
                  <a:srgbClr val="FF0000"/>
                </a:solidFill>
              </a:rPr>
              <a:t>virtual LAN 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the </a:t>
            </a:r>
            <a:r>
              <a:rPr lang="en-US" dirty="0">
                <a:solidFill>
                  <a:srgbClr val="FF0000"/>
                </a:solidFill>
              </a:rPr>
              <a:t>best practice recommendations for backbone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 aware of ways to </a:t>
            </a:r>
            <a:r>
              <a:rPr lang="en-US" dirty="0">
                <a:solidFill>
                  <a:srgbClr val="FF0000"/>
                </a:solidFill>
              </a:rPr>
              <a:t>improve BN performance.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8-</a:t>
            </a:r>
            <a:fld id="{957104EA-F2AF-1046-9253-EE8D978719B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597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04800" y="638175"/>
            <a:ext cx="11379200" cy="746759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8.1 Introduction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Backbones used to be built with special technologies, but today </a:t>
            </a:r>
            <a:r>
              <a:rPr lang="en-US" dirty="0">
                <a:solidFill>
                  <a:srgbClr val="FF0000"/>
                </a:solidFill>
              </a:rPr>
              <a:t>most BNs use high-speed Ethernet.</a:t>
            </a:r>
          </a:p>
          <a:p>
            <a:r>
              <a:rPr lang="en-US" dirty="0"/>
              <a:t>There are two basic components to a BN: </a:t>
            </a:r>
            <a:r>
              <a:rPr lang="en-US" dirty="0">
                <a:solidFill>
                  <a:srgbClr val="FF0000"/>
                </a:solidFill>
              </a:rPr>
              <a:t>the network cable and the hardware devices that connect other networks to the BN.</a:t>
            </a:r>
          </a:p>
          <a:p>
            <a:r>
              <a:rPr lang="en-US" dirty="0"/>
              <a:t>Cable is usually fiber optic.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Switches</a:t>
            </a:r>
            <a:r>
              <a:rPr lang="en-US" dirty="0">
                <a:solidFill>
                  <a:srgbClr val="FF0000"/>
                </a:solidFill>
              </a:rPr>
              <a:t> operate at the data link layer</a:t>
            </a:r>
          </a:p>
          <a:p>
            <a:r>
              <a:rPr lang="en-US" b="1" i="1" dirty="0"/>
              <a:t>Routers</a:t>
            </a:r>
            <a:r>
              <a:rPr lang="en-US" dirty="0"/>
              <a:t> operate at the network layer</a:t>
            </a:r>
          </a:p>
          <a:p>
            <a:r>
              <a:rPr lang="en-US" b="1" i="1" dirty="0"/>
              <a:t>VLAN switches </a:t>
            </a:r>
            <a:r>
              <a:rPr lang="en-US" dirty="0"/>
              <a:t>are a special </a:t>
            </a:r>
            <a:r>
              <a:rPr lang="en-US" dirty="0">
                <a:solidFill>
                  <a:srgbClr val="FF0000"/>
                </a:solidFill>
              </a:rPr>
              <a:t>combination of layer 2 switches and routers.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060189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04800" y="676276"/>
            <a:ext cx="11379200" cy="690241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8.2 Switched Backbones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304800" y="1651634"/>
            <a:ext cx="5384800" cy="4419600"/>
          </a:xfrm>
        </p:spPr>
        <p:txBody>
          <a:bodyPr/>
          <a:lstStyle/>
          <a:p>
            <a:r>
              <a:rPr lang="en-US" b="1" i="1" dirty="0"/>
              <a:t>Switched backbones </a:t>
            </a:r>
            <a:r>
              <a:rPr lang="en-US" dirty="0"/>
              <a:t>are the most common type of BN used in the distribution layer.</a:t>
            </a:r>
          </a:p>
          <a:p>
            <a:r>
              <a:rPr lang="en-US" dirty="0">
                <a:solidFill>
                  <a:srgbClr val="FF0000"/>
                </a:solidFill>
              </a:rPr>
              <a:t>Switched BNs use a star </a:t>
            </a:r>
            <a:r>
              <a:rPr lang="en-US" dirty="0"/>
              <a:t>topology with one switch at its center.</a:t>
            </a:r>
          </a:p>
          <a:p>
            <a:r>
              <a:rPr lang="en-US" dirty="0"/>
              <a:t>There is a switch serving each LAN that is connected to the </a:t>
            </a:r>
            <a:r>
              <a:rPr lang="en-US" dirty="0">
                <a:solidFill>
                  <a:srgbClr val="FF0000"/>
                </a:solidFill>
              </a:rPr>
              <a:t>backbone switch.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322485" y="676276"/>
            <a:ext cx="5160060" cy="549592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591450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6200" y="555306"/>
            <a:ext cx="11379200" cy="807086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Switched Backbones </a:t>
            </a:r>
            <a:r>
              <a:rPr lang="en-US" sz="2000" dirty="0">
                <a:solidFill>
                  <a:srgbClr val="0000FF"/>
                </a:solidFill>
              </a:rPr>
              <a:t>Continued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238125" y="1447800"/>
            <a:ext cx="5384800" cy="4419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Most organizations use switched backbones in which all network devices are physically located in the same room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Often in a </a:t>
            </a:r>
            <a:r>
              <a:rPr lang="en-US" b="1" i="1" dirty="0">
                <a:solidFill>
                  <a:srgbClr val="FF0000"/>
                </a:solidFill>
              </a:rPr>
              <a:t>rack</a:t>
            </a:r>
            <a:r>
              <a:rPr lang="en-US" dirty="0">
                <a:solidFill>
                  <a:srgbClr val="FF0000"/>
                </a:solidFill>
              </a:rPr>
              <a:t> of equipment</a:t>
            </a:r>
          </a:p>
          <a:p>
            <a:r>
              <a:rPr lang="en-US" dirty="0"/>
              <a:t>The room containing the rack of equipment is sometimes called the </a:t>
            </a:r>
            <a:r>
              <a:rPr lang="en-US" b="1" i="1" dirty="0">
                <a:solidFill>
                  <a:srgbClr val="FF0000"/>
                </a:solidFill>
              </a:rPr>
              <a:t>main distribution facility </a:t>
            </a:r>
            <a:r>
              <a:rPr lang="en-US" dirty="0">
                <a:solidFill>
                  <a:srgbClr val="FF0000"/>
                </a:solidFill>
              </a:rPr>
              <a:t>(MDF</a:t>
            </a:r>
            <a:r>
              <a:rPr lang="en-US" dirty="0"/>
              <a:t>) or </a:t>
            </a:r>
            <a:r>
              <a:rPr lang="en-US" b="1" i="1" dirty="0"/>
              <a:t>central distribution facility </a:t>
            </a:r>
            <a:r>
              <a:rPr lang="en-US" dirty="0"/>
              <a:t>(CDF).</a:t>
            </a:r>
          </a:p>
          <a:p>
            <a:r>
              <a:rPr lang="en-US" dirty="0"/>
              <a:t>The devices are connected among themselves using very short cables called patch cables.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5950085" y="1362392"/>
            <a:ext cx="5996432" cy="4718711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4160620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2400" y="609600"/>
            <a:ext cx="11379200" cy="746759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Main Distribution Facility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228600" y="1356359"/>
            <a:ext cx="11379200" cy="4495800"/>
          </a:xfrm>
        </p:spPr>
        <p:txBody>
          <a:bodyPr/>
          <a:lstStyle/>
          <a:p>
            <a:r>
              <a:rPr lang="en-US" dirty="0"/>
              <a:t>With an MDF, all cables run into the MDF\</a:t>
            </a:r>
          </a:p>
          <a:p>
            <a:r>
              <a:rPr lang="en-US" dirty="0"/>
              <a:t>If one switch becomes overloaded, it is straight-forward to unplug the cables and it into a less-busy switch.</a:t>
            </a:r>
          </a:p>
          <a:p>
            <a:r>
              <a:rPr lang="en-US" dirty="0"/>
              <a:t>Sometimes a </a:t>
            </a:r>
            <a:r>
              <a:rPr lang="en-US" b="1" i="1" dirty="0"/>
              <a:t>chassis switch </a:t>
            </a:r>
            <a:r>
              <a:rPr lang="en-US" dirty="0"/>
              <a:t>is used instead of a rack.</a:t>
            </a:r>
          </a:p>
          <a:p>
            <a:r>
              <a:rPr lang="en-US" dirty="0"/>
              <a:t>A chassis switch enables users to plug </a:t>
            </a:r>
            <a:r>
              <a:rPr lang="en-US" b="1" i="1" dirty="0"/>
              <a:t>modules</a:t>
            </a:r>
            <a:r>
              <a:rPr lang="en-US" dirty="0"/>
              <a:t> directly into the switch</a:t>
            </a:r>
          </a:p>
          <a:p>
            <a:r>
              <a:rPr lang="en-US" dirty="0"/>
              <a:t>The key advantage of </a:t>
            </a:r>
            <a:r>
              <a:rPr lang="en-US" dirty="0">
                <a:solidFill>
                  <a:srgbClr val="FF0000"/>
                </a:solidFill>
              </a:rPr>
              <a:t>chassis switches is their flexibility.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32338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8.3 Routed Backbones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i="1" dirty="0"/>
              <a:t>Routed backbones </a:t>
            </a:r>
            <a:r>
              <a:rPr lang="en-US" dirty="0"/>
              <a:t>move packets along the backbone on the basis of their network layer address</a:t>
            </a:r>
          </a:p>
          <a:p>
            <a:pPr lvl="1"/>
            <a:r>
              <a:rPr lang="en-US" dirty="0"/>
              <a:t>Sometimes called </a:t>
            </a:r>
            <a:r>
              <a:rPr lang="en-US" b="1" i="1" dirty="0"/>
              <a:t>subnetted backbones </a:t>
            </a:r>
            <a:r>
              <a:rPr lang="en-US" dirty="0"/>
              <a:t>or </a:t>
            </a:r>
            <a:r>
              <a:rPr lang="en-US" b="1" i="1" dirty="0"/>
              <a:t>hierarchical backbones</a:t>
            </a:r>
          </a:p>
          <a:p>
            <a:r>
              <a:rPr lang="en-US" dirty="0"/>
              <a:t>Most commonly used to connect different buildings on the same enterprise campus backbone network.</a:t>
            </a:r>
          </a:p>
          <a:p>
            <a:r>
              <a:rPr lang="en-US" dirty="0"/>
              <a:t>A routed backbone ensures that </a:t>
            </a:r>
            <a:r>
              <a:rPr lang="en-US" dirty="0">
                <a:solidFill>
                  <a:srgbClr val="FF0000"/>
                </a:solidFill>
              </a:rPr>
              <a:t>broadcast messages stay in the one network segment.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995550" y="1752600"/>
            <a:ext cx="4106400" cy="44196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938816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8.4 Virtual LANs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3A2B118A-1F45-BE02-DCA2-90D317E02D78}"/>
              </a:ext>
            </a:extLst>
          </p:cNvPr>
          <p:cNvSpPr txBox="1">
            <a:spLocks/>
          </p:cNvSpPr>
          <p:nvPr/>
        </p:nvSpPr>
        <p:spPr>
          <a:xfrm>
            <a:off x="5614062" y="807960"/>
            <a:ext cx="6356105" cy="5483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133"/>
              <a:t>VLANs are logical connections with other similar devices.</a:t>
            </a:r>
          </a:p>
          <a:p>
            <a:pPr marL="0" indent="0">
              <a:buFont typeface="Arial"/>
              <a:buNone/>
            </a:pPr>
            <a:r>
              <a:rPr lang="en-US" sz="2133"/>
              <a:t>Placing devices into various VLANs have the following characteristics: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33"/>
              <a:t>Provides segmentation of the various groups of devices on the same switches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33"/>
              <a:t>Provide organization that is more manageable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2133"/>
              <a:t>Broadcasts, multicasts and unicasts are isolated in the individual VLAN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2133"/>
              <a:t>Each VLAN will have its own unique range of IP addressing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2133"/>
              <a:t>Smaller broadcast domains</a:t>
            </a:r>
            <a:endParaRPr lang="en-US" sz="2133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0E99C88-1E86-876D-7046-B50B1590C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562" y="1768856"/>
            <a:ext cx="5378500" cy="3339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8411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" y="55192"/>
            <a:ext cx="5373549" cy="920169"/>
          </a:xfrm>
        </p:spPr>
        <p:txBody>
          <a:bodyPr/>
          <a:lstStyle/>
          <a:p>
            <a:r>
              <a:rPr lang="en-US" altLang="en-US" sz="2133" dirty="0"/>
              <a:t>Overview of VLANs</a:t>
            </a:r>
            <a:br>
              <a:rPr lang="en-US" altLang="en-US" dirty="0"/>
            </a:br>
            <a:r>
              <a:rPr lang="en-US" altLang="en-US" dirty="0"/>
              <a:t>Benefits of a VLAN Design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47862"/>
              </p:ext>
            </p:extLst>
          </p:nvPr>
        </p:nvGraphicFramePr>
        <p:xfrm>
          <a:off x="597408" y="2706623"/>
          <a:ext cx="107289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4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4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2237">
                <a:tc>
                  <a:txBody>
                    <a:bodyPr/>
                    <a:lstStyle/>
                    <a:p>
                      <a:r>
                        <a:rPr lang="en-US" sz="2400" dirty="0"/>
                        <a:t>Benefits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Description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6415">
                <a:tc>
                  <a:txBody>
                    <a:bodyPr/>
                    <a:lstStyle/>
                    <a:p>
                      <a:r>
                        <a:rPr lang="en-US" sz="2400" dirty="0"/>
                        <a:t>Smaller Broadcast</a:t>
                      </a:r>
                      <a:r>
                        <a:rPr lang="en-US" sz="2400" baseline="0" dirty="0"/>
                        <a:t> Domains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Dividing</a:t>
                      </a:r>
                      <a:r>
                        <a:rPr lang="en-US" sz="2400" baseline="0" dirty="0"/>
                        <a:t> the LAN reduces the number of broadcast domains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237">
                <a:tc>
                  <a:txBody>
                    <a:bodyPr/>
                    <a:lstStyle/>
                    <a:p>
                      <a:r>
                        <a:rPr lang="en-US" sz="2400" dirty="0"/>
                        <a:t>Improved</a:t>
                      </a:r>
                      <a:r>
                        <a:rPr lang="en-US" sz="2400" baseline="0" dirty="0"/>
                        <a:t> Security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Only users</a:t>
                      </a:r>
                      <a:r>
                        <a:rPr lang="en-US" sz="2400" baseline="0" dirty="0"/>
                        <a:t> in the same VLAN can communicate together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237">
                <a:tc>
                  <a:txBody>
                    <a:bodyPr/>
                    <a:lstStyle/>
                    <a:p>
                      <a:r>
                        <a:rPr lang="en-US" sz="2400" dirty="0"/>
                        <a:t>Reduced Cost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One</a:t>
                      </a:r>
                      <a:r>
                        <a:rPr lang="en-US" sz="2400" baseline="0" dirty="0"/>
                        <a:t> switch can support multiple groups or VLANs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237">
                <a:tc>
                  <a:txBody>
                    <a:bodyPr/>
                    <a:lstStyle/>
                    <a:p>
                      <a:r>
                        <a:rPr lang="en-US" sz="2400" dirty="0"/>
                        <a:t>Better Performance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Small broadcast domains</a:t>
                      </a:r>
                      <a:r>
                        <a:rPr lang="en-US" sz="2400" baseline="0" dirty="0"/>
                        <a:t> reduce traffic, improving bandwidth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6415">
                <a:tc>
                  <a:txBody>
                    <a:bodyPr/>
                    <a:lstStyle/>
                    <a:p>
                      <a:r>
                        <a:rPr lang="en-US" sz="2400" dirty="0"/>
                        <a:t>Simpler</a:t>
                      </a:r>
                      <a:r>
                        <a:rPr lang="en-US" sz="2400" baseline="0" dirty="0"/>
                        <a:t> Management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Similar groups will need similar applications</a:t>
                      </a:r>
                      <a:r>
                        <a:rPr lang="en-US" sz="2400" baseline="0" dirty="0"/>
                        <a:t> and other network resources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457200"/>
            <a:ext cx="4848514" cy="218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400717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55191"/>
            <a:ext cx="12015536" cy="1010068"/>
          </a:xfrm>
        </p:spPr>
        <p:txBody>
          <a:bodyPr/>
          <a:lstStyle/>
          <a:p>
            <a:r>
              <a:rPr lang="en-US" altLang="en-US" sz="2133" dirty="0"/>
              <a:t>VLANs in a Multi-Switched Environment</a:t>
            </a:r>
            <a:br>
              <a:rPr lang="en-US" altLang="en-US" dirty="0"/>
            </a:br>
            <a:r>
              <a:rPr lang="en-US" altLang="en-US" dirty="0"/>
              <a:t>Networks without VLANs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348341" y="1141791"/>
            <a:ext cx="11368171" cy="1007852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2133" dirty="0"/>
              <a:t>Without VLANs, all devices connected to the switches will receive all unicast, multicast, and broadcast traffic.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314" y="2564536"/>
            <a:ext cx="6183775" cy="3714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36610424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55191"/>
            <a:ext cx="6250817" cy="1105952"/>
          </a:xfrm>
        </p:spPr>
        <p:txBody>
          <a:bodyPr/>
          <a:lstStyle/>
          <a:p>
            <a:r>
              <a:rPr lang="en-US" altLang="en-US" sz="2133" dirty="0"/>
              <a:t>VLANs in a Multi-Switched Environment</a:t>
            </a:r>
            <a:br>
              <a:rPr lang="en-US" altLang="en-US" dirty="0"/>
            </a:br>
            <a:r>
              <a:rPr lang="en-US" altLang="en-US" dirty="0"/>
              <a:t>Networks with VLANs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70934" y="1315962"/>
            <a:ext cx="11616265" cy="1024903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2133" dirty="0"/>
              <a:t>With VLANs, unicast, multicast, and broadcast traffic is confined to a VLAN. Without a Layer 3 device to connect the VLANs, devices in different VLANs cannot communicate. 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920" y="2279905"/>
            <a:ext cx="6975465" cy="3909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96773342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How VLANs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computer is assigned into a specific VLAN that has a </a:t>
            </a:r>
            <a:r>
              <a:rPr lang="en-US" b="1" i="1" dirty="0">
                <a:solidFill>
                  <a:srgbClr val="FF0000"/>
                </a:solidFill>
              </a:rPr>
              <a:t>VLAN ID </a:t>
            </a:r>
            <a:r>
              <a:rPr lang="en-US" dirty="0"/>
              <a:t>number</a:t>
            </a:r>
          </a:p>
          <a:p>
            <a:r>
              <a:rPr lang="en-US" dirty="0"/>
              <a:t>Each VLAN ID is matched to a traditional IP subnet.</a:t>
            </a:r>
          </a:p>
          <a:p>
            <a:r>
              <a:rPr lang="en-US" dirty="0"/>
              <a:t>Each computer connected to a </a:t>
            </a:r>
            <a:r>
              <a:rPr lang="en-US" dirty="0">
                <a:solidFill>
                  <a:srgbClr val="FF0000"/>
                </a:solidFill>
              </a:rPr>
              <a:t>VLAN switch </a:t>
            </a:r>
            <a:r>
              <a:rPr lang="en-US" dirty="0"/>
              <a:t>also receives a traditional IP address assigned by the VLAN switch.</a:t>
            </a:r>
          </a:p>
          <a:p>
            <a:r>
              <a:rPr lang="en-US" dirty="0"/>
              <a:t>Computers are assigned into the VLAN based on the </a:t>
            </a:r>
            <a:r>
              <a:rPr lang="en-US" dirty="0">
                <a:solidFill>
                  <a:srgbClr val="FF0000"/>
                </a:solidFill>
              </a:rPr>
              <a:t>physical port on the switch</a:t>
            </a:r>
            <a:r>
              <a:rPr lang="en-US" dirty="0"/>
              <a:t> into which they are connected.</a:t>
            </a:r>
          </a:p>
          <a:p>
            <a:r>
              <a:rPr lang="en-US" dirty="0"/>
              <a:t>When a computer transmits an Ethernet frame, it uses </a:t>
            </a:r>
            <a:r>
              <a:rPr lang="en-US" dirty="0">
                <a:solidFill>
                  <a:srgbClr val="FF0000"/>
                </a:solidFill>
              </a:rPr>
              <a:t>traditional Ethernet and IP addresses.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912480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How VLANs Work </a:t>
            </a:r>
            <a:r>
              <a:rPr lang="en-US" sz="2000" dirty="0">
                <a:solidFill>
                  <a:srgbClr val="0000FF"/>
                </a:solidFill>
              </a:rPr>
              <a:t>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Virtual LAN switches use Ethernet </a:t>
            </a:r>
            <a:r>
              <a:rPr lang="en-US" dirty="0">
                <a:solidFill>
                  <a:srgbClr val="FF0000"/>
                </a:solidFill>
              </a:rPr>
              <a:t>802.1q tagging to move frames from one switch to another.</a:t>
            </a:r>
          </a:p>
          <a:p>
            <a:r>
              <a:rPr lang="en-US" dirty="0"/>
              <a:t>When a VLAN switch receives an Ethernet frame that needs to go to a computer on another VLAN switch, it changes the Ethernet frame by inserting the </a:t>
            </a:r>
            <a:r>
              <a:rPr lang="en-US" dirty="0">
                <a:solidFill>
                  <a:srgbClr val="FF0000"/>
                </a:solidFill>
              </a:rPr>
              <a:t>VLAN ID number and a priority code into the VLAN tag field</a:t>
            </a:r>
          </a:p>
          <a:p>
            <a:r>
              <a:rPr lang="en-US" dirty="0"/>
              <a:t>The router is a layer 3 device, so when it receives the message, it </a:t>
            </a:r>
            <a:r>
              <a:rPr lang="en-US" dirty="0">
                <a:solidFill>
                  <a:srgbClr val="FF0000"/>
                </a:solidFill>
              </a:rPr>
              <a:t>strips off the Ethernet frame </a:t>
            </a:r>
            <a:r>
              <a:rPr lang="en-US" dirty="0"/>
              <a:t>and reads the IP packet.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503281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133" dirty="0"/>
              <a:t>VLANs in a Multi-Switched Environment</a:t>
            </a:r>
            <a:br>
              <a:rPr lang="en-US" altLang="en-US" dirty="0"/>
            </a:br>
            <a:r>
              <a:rPr lang="en-US" altLang="en-US" dirty="0"/>
              <a:t>Defining VLAN Trunks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328989" y="1065261"/>
            <a:ext cx="5047683" cy="5103892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133" dirty="0"/>
              <a:t>A trunk is a point-to-point link between two network devices.</a:t>
            </a:r>
          </a:p>
          <a:p>
            <a:pPr marL="0" indent="0">
              <a:buNone/>
            </a:pPr>
            <a:r>
              <a:rPr lang="en-US" altLang="en-US" sz="2133" dirty="0"/>
              <a:t>Cisco trunk functions: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133" dirty="0"/>
              <a:t>Allow more than one VLAN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133" dirty="0"/>
              <a:t>Extend the VLAN across the entire network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133" dirty="0"/>
              <a:t>By default, supports all VLANs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133" dirty="0"/>
              <a:t>Supports 802.1Q trunking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672" y="1770189"/>
            <a:ext cx="6291733" cy="3317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40598496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133" dirty="0"/>
              <a:t>VLAN Configuration</a:t>
            </a:r>
            <a:br>
              <a:rPr lang="en-US" altLang="en-US" dirty="0"/>
            </a:br>
            <a:r>
              <a:rPr lang="en-US" altLang="en-US" dirty="0"/>
              <a:t>VLAN Creation Commands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65902" y="1055662"/>
            <a:ext cx="10904433" cy="917516"/>
          </a:xfrm>
        </p:spPr>
        <p:txBody>
          <a:bodyPr/>
          <a:lstStyle/>
          <a:p>
            <a:pPr marL="190495" lvl="1" indent="0">
              <a:buNone/>
            </a:pPr>
            <a:r>
              <a:rPr lang="en-CA" altLang="en-US" sz="2133" dirty="0"/>
              <a:t>VLAN details are stored in the vlan.dat file. You create VLANs in the </a:t>
            </a:r>
            <a:r>
              <a:rPr lang="en-CA" altLang="en-US" sz="2133"/>
              <a:t>global configuration mode</a:t>
            </a:r>
            <a:r>
              <a:rPr lang="en-CA" altLang="en-US" sz="2133" dirty="0"/>
              <a:t>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877824" y="2463123"/>
          <a:ext cx="10192512" cy="2871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6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6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r>
                        <a:rPr lang="en-US" sz="2100" dirty="0"/>
                        <a:t>Task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IOS Command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100" dirty="0"/>
                        <a:t>Enter global configuration mode.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100" dirty="0"/>
                        <a:t>Switch# </a:t>
                      </a:r>
                      <a:r>
                        <a:rPr lang="en-US" sz="2100" b="1" dirty="0"/>
                        <a:t>configure terminal</a:t>
                      </a:r>
                      <a:endParaRPr lang="en-US" sz="2100" dirty="0">
                        <a:effectLst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100" dirty="0"/>
                        <a:t>Create a VLAN with a valid ID number.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100" dirty="0"/>
                        <a:t>Switch(config)# </a:t>
                      </a:r>
                      <a:r>
                        <a:rPr lang="en-US" sz="2100" b="1" dirty="0"/>
                        <a:t>vlan</a:t>
                      </a:r>
                      <a:r>
                        <a:rPr lang="en-US" sz="2100" dirty="0"/>
                        <a:t> </a:t>
                      </a:r>
                      <a:r>
                        <a:rPr lang="en-US" sz="2100" i="1" dirty="0"/>
                        <a:t>vlan-id</a:t>
                      </a:r>
                      <a:endParaRPr lang="en-US" sz="2100" dirty="0">
                        <a:effectLst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100" dirty="0"/>
                        <a:t>Specify a unique name to identify the VLAN.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100" dirty="0"/>
                        <a:t>Switch(config-vlan)# </a:t>
                      </a:r>
                      <a:r>
                        <a:rPr lang="en-US" sz="2100" b="1" dirty="0"/>
                        <a:t>name</a:t>
                      </a:r>
                      <a:r>
                        <a:rPr lang="en-US" sz="2100" dirty="0"/>
                        <a:t> </a:t>
                      </a:r>
                      <a:r>
                        <a:rPr lang="en-US" sz="2100" i="1" dirty="0"/>
                        <a:t>vlan-name</a:t>
                      </a:r>
                      <a:endParaRPr lang="en-US" sz="2100" dirty="0">
                        <a:effectLst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r>
                        <a:rPr lang="en-US" sz="2100" dirty="0"/>
                        <a:t>Return to the privileged EXEC mode.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Switch(config-vlan)# </a:t>
                      </a:r>
                      <a:r>
                        <a:rPr lang="en-US" sz="2100" b="1" dirty="0"/>
                        <a:t>end</a:t>
                      </a:r>
                      <a:endParaRPr lang="en-US" sz="21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r>
                        <a:rPr lang="en-US" sz="2100" dirty="0"/>
                        <a:t>Enter global configuration mode.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100" dirty="0"/>
                        <a:t>Switch# </a:t>
                      </a:r>
                      <a:r>
                        <a:rPr lang="en-US" sz="2100" b="1" dirty="0"/>
                        <a:t>configure terminal</a:t>
                      </a:r>
                      <a:endParaRPr lang="en-US" sz="2100" dirty="0">
                        <a:effectLst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7370320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2" y="55191"/>
            <a:ext cx="6071615" cy="1010068"/>
          </a:xfrm>
        </p:spPr>
        <p:txBody>
          <a:bodyPr/>
          <a:lstStyle/>
          <a:p>
            <a:r>
              <a:rPr lang="en-US" altLang="en-US" sz="2133" dirty="0"/>
              <a:t>VLAN Configuration</a:t>
            </a:r>
            <a:br>
              <a:rPr lang="en-US" altLang="en-US" dirty="0"/>
            </a:br>
            <a:r>
              <a:rPr lang="en-US" altLang="en-US" dirty="0"/>
              <a:t>VLAN Creation Example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82384" y="1868464"/>
            <a:ext cx="5888912" cy="258568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If the Student PC is going to be in VLAN 20, we will create the VLAN first and then name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If you do not name it, the Cisco IOS will give it a default name of vlan and the four digit number of the VLAN. E.g. vlan0020 for VLAN 20.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388481" y="3556507"/>
          <a:ext cx="5193919" cy="2472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4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9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r>
                        <a:rPr lang="en-US" sz="2100" dirty="0"/>
                        <a:t>Prompt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Command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100" dirty="0"/>
                        <a:t>S1#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Configure terminal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100" dirty="0"/>
                        <a:t>S1(config)#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vlan 20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100" dirty="0"/>
                        <a:t>S1(config-vlan)#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name student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100" dirty="0"/>
                        <a:t>S1(config-vlan)#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end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489311"/>
            <a:ext cx="5011675" cy="2706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987490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133" dirty="0"/>
              <a:t>VLAN Configuration</a:t>
            </a:r>
            <a:br>
              <a:rPr lang="en-US" altLang="en-US" dirty="0"/>
            </a:br>
            <a:r>
              <a:rPr lang="en-US" altLang="en-US" dirty="0"/>
              <a:t>VLAN Port Assignment Commands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35013" y="1195363"/>
            <a:ext cx="11444923" cy="795997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Once the VLAN is created, we can then assign it to the correct interfaces.</a:t>
            </a:r>
          </a:p>
          <a:p>
            <a:pPr lvl="1"/>
            <a:endParaRPr lang="en-CA" alt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77952" y="2450931"/>
          <a:ext cx="11301984" cy="3325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0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0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r>
                        <a:rPr lang="en-US" sz="2100" dirty="0"/>
                        <a:t>Task 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Command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400" dirty="0"/>
                        <a:t>Enter global configuration mode.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400" dirty="0"/>
                        <a:t>Switch# </a:t>
                      </a:r>
                      <a:r>
                        <a:rPr lang="en-US" sz="2400" b="1" dirty="0"/>
                        <a:t>configure terminal</a:t>
                      </a:r>
                      <a:endParaRPr lang="en-US" sz="2400" dirty="0">
                        <a:effectLst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400" dirty="0"/>
                        <a:t>Enter interface configuration mode.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400" dirty="0"/>
                        <a:t>Switch(config)# </a:t>
                      </a:r>
                      <a:r>
                        <a:rPr lang="en-US" sz="2400" b="1" dirty="0"/>
                        <a:t>interface </a:t>
                      </a:r>
                      <a:r>
                        <a:rPr lang="en-US" sz="2400" i="1" dirty="0"/>
                        <a:t>interface-id</a:t>
                      </a:r>
                      <a:endParaRPr lang="en-US" sz="2400" dirty="0">
                        <a:effectLst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400" dirty="0"/>
                        <a:t>Set the port to access mode.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400" dirty="0"/>
                        <a:t>Switch(config-if)# </a:t>
                      </a:r>
                      <a:r>
                        <a:rPr lang="en-US" sz="2400" b="1" dirty="0"/>
                        <a:t>switchport mode access</a:t>
                      </a:r>
                      <a:endParaRPr lang="en-US" sz="2400" dirty="0">
                        <a:effectLst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lang="en-US" sz="2400" dirty="0"/>
                        <a:t>Assign the port to a VLAN.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400" dirty="0"/>
                        <a:t>Switch(config-if)# </a:t>
                      </a:r>
                      <a:r>
                        <a:rPr lang="en-US" sz="2400" b="1" dirty="0"/>
                        <a:t>switchport access vlan</a:t>
                      </a:r>
                      <a:r>
                        <a:rPr lang="en-US" sz="2400" dirty="0"/>
                        <a:t> </a:t>
                      </a:r>
                      <a:r>
                        <a:rPr lang="en-US" sz="2400" i="1" dirty="0"/>
                        <a:t>vlan-id</a:t>
                      </a:r>
                      <a:endParaRPr lang="en-US" sz="2400" dirty="0">
                        <a:effectLst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400" dirty="0"/>
                        <a:t>Return to the privileged EXEC mode.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Switch(config-if)# </a:t>
                      </a:r>
                      <a:r>
                        <a:rPr lang="en-US" sz="2400" b="1" dirty="0"/>
                        <a:t>end</a:t>
                      </a:r>
                      <a:endParaRPr lang="en-US" sz="24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817328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133" dirty="0"/>
              <a:t>VLAN Configuration</a:t>
            </a:r>
            <a:br>
              <a:rPr lang="en-US" altLang="en-US" dirty="0"/>
            </a:br>
            <a:r>
              <a:rPr lang="en-US" altLang="en-US" dirty="0"/>
              <a:t>VLAN Port Assignment Example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64765" y="1157261"/>
            <a:ext cx="5815120" cy="3922739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/>
              <a:t>We can assign the VLAN to the port interface.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/>
              <a:t>Once the device is assigned the VLAN, then the end device will need the IP address information for that VLAN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/>
              <a:t>Here, Student PC receives 172.17.20.22</a:t>
            </a:r>
            <a:endParaRPr lang="en-CA" altLang="en-US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400799" y="3395400"/>
          <a:ext cx="5396231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6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9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7400">
                <a:tc>
                  <a:txBody>
                    <a:bodyPr/>
                    <a:lstStyle/>
                    <a:p>
                      <a:r>
                        <a:rPr lang="en-US" sz="2100" dirty="0"/>
                        <a:t>Prompt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Command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400">
                <a:tc>
                  <a:txBody>
                    <a:bodyPr/>
                    <a:lstStyle/>
                    <a:p>
                      <a:r>
                        <a:rPr lang="en-US" sz="2100" dirty="0"/>
                        <a:t>S1#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Configure terminal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400">
                <a:tc>
                  <a:txBody>
                    <a:bodyPr/>
                    <a:lstStyle/>
                    <a:p>
                      <a:r>
                        <a:rPr lang="en-US" sz="2100" dirty="0"/>
                        <a:t>S1(config)#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Interface</a:t>
                      </a:r>
                      <a:r>
                        <a:rPr lang="en-US" sz="2100" baseline="0" dirty="0"/>
                        <a:t> fa0/18</a:t>
                      </a:r>
                      <a:endParaRPr lang="en-US" sz="21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400">
                <a:tc>
                  <a:txBody>
                    <a:bodyPr/>
                    <a:lstStyle/>
                    <a:p>
                      <a:r>
                        <a:rPr lang="en-US" sz="2100" dirty="0"/>
                        <a:t>S1(config-if)#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Switchport mode</a:t>
                      </a:r>
                      <a:r>
                        <a:rPr lang="en-US" sz="2100" baseline="0" dirty="0"/>
                        <a:t> access</a:t>
                      </a:r>
                      <a:endParaRPr lang="en-US" sz="21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400">
                <a:tc>
                  <a:txBody>
                    <a:bodyPr/>
                    <a:lstStyle/>
                    <a:p>
                      <a:r>
                        <a:rPr lang="en-US" sz="2100" dirty="0"/>
                        <a:t>S1(config-if)#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Switchport</a:t>
                      </a:r>
                      <a:r>
                        <a:rPr lang="en-US" sz="2100" baseline="0" dirty="0"/>
                        <a:t> access vlan 20</a:t>
                      </a:r>
                      <a:endParaRPr lang="en-US" sz="21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400">
                <a:tc>
                  <a:txBody>
                    <a:bodyPr/>
                    <a:lstStyle/>
                    <a:p>
                      <a:r>
                        <a:rPr lang="en-US" sz="2100" dirty="0"/>
                        <a:t>S1(config-if)#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end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685800"/>
            <a:ext cx="4085408" cy="2395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2018581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2" y="55191"/>
            <a:ext cx="4596383" cy="1010068"/>
          </a:xfrm>
        </p:spPr>
        <p:txBody>
          <a:bodyPr/>
          <a:lstStyle/>
          <a:p>
            <a:r>
              <a:rPr lang="en-US" altLang="en-US" sz="2133" dirty="0"/>
              <a:t>VLAN Configuration</a:t>
            </a:r>
            <a:br>
              <a:rPr lang="en-US" altLang="en-US" dirty="0"/>
            </a:br>
            <a:r>
              <a:rPr lang="en-US" altLang="en-US" dirty="0"/>
              <a:t>Verify VLAN Information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64765" y="1157261"/>
            <a:ext cx="4736419" cy="2024851"/>
          </a:xfrm>
        </p:spPr>
        <p:txBody>
          <a:bodyPr/>
          <a:lstStyle/>
          <a:p>
            <a:pPr marL="0" indent="0">
              <a:buNone/>
            </a:pPr>
            <a:r>
              <a:rPr lang="en-US" sz="2133" dirty="0"/>
              <a:t>Use the </a:t>
            </a:r>
            <a:r>
              <a:rPr lang="en-US" sz="2133" b="1" dirty="0"/>
              <a:t>show vlan </a:t>
            </a:r>
            <a:r>
              <a:rPr lang="en-US" sz="2133" dirty="0"/>
              <a:t>command. The complete syntax is: </a:t>
            </a:r>
          </a:p>
          <a:p>
            <a:pPr marL="0" indent="0">
              <a:buNone/>
            </a:pPr>
            <a:r>
              <a:rPr lang="en-US" sz="2133" b="1" dirty="0"/>
              <a:t>show vlan [brief</a:t>
            </a:r>
            <a:r>
              <a:rPr lang="en-US" sz="2133" dirty="0"/>
              <a:t> | </a:t>
            </a:r>
            <a:r>
              <a:rPr lang="en-US" sz="2133" b="1" dirty="0"/>
              <a:t>id</a:t>
            </a:r>
            <a:r>
              <a:rPr lang="en-US" sz="2133" dirty="0"/>
              <a:t> </a:t>
            </a:r>
            <a:r>
              <a:rPr lang="en-US" sz="2133" i="1" dirty="0"/>
              <a:t>vlan-id</a:t>
            </a:r>
            <a:r>
              <a:rPr lang="en-US" sz="2133" dirty="0"/>
              <a:t> | </a:t>
            </a:r>
            <a:r>
              <a:rPr lang="en-US" sz="2133" b="1" dirty="0"/>
              <a:t>name</a:t>
            </a:r>
            <a:r>
              <a:rPr lang="en-US" sz="2133" dirty="0"/>
              <a:t> </a:t>
            </a:r>
            <a:r>
              <a:rPr lang="en-US" sz="2133" i="1" dirty="0"/>
              <a:t>vlan-name</a:t>
            </a:r>
            <a:r>
              <a:rPr lang="en-US" sz="2133" dirty="0"/>
              <a:t> | </a:t>
            </a:r>
            <a:r>
              <a:rPr lang="en-US" sz="2133" b="1" dirty="0"/>
              <a:t>summary</a:t>
            </a:r>
            <a:r>
              <a:rPr lang="en-US" sz="2133" dirty="0"/>
              <a:t>]</a:t>
            </a:r>
            <a:endParaRPr lang="en-CA" altLang="en-US" sz="2133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29184" y="3377523"/>
          <a:ext cx="11543032" cy="2749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7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5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r>
                        <a:rPr lang="en-US" sz="2100" dirty="0">
                          <a:effectLst/>
                        </a:rPr>
                        <a:t>Task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Command Option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100" dirty="0"/>
                        <a:t>Display VLAN name, status, and its ports one VLAN per line.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100" b="1" dirty="0"/>
                        <a:t>brief</a:t>
                      </a:r>
                      <a:endParaRPr lang="en-US" sz="2100" dirty="0">
                        <a:effectLst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100" dirty="0"/>
                        <a:t>Display information about the identified VLAN ID number. 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100" b="1" dirty="0"/>
                        <a:t>id</a:t>
                      </a:r>
                      <a:r>
                        <a:rPr lang="en-US" sz="2100" dirty="0"/>
                        <a:t> </a:t>
                      </a:r>
                      <a:r>
                        <a:rPr lang="en-US" sz="2100" i="1" dirty="0"/>
                        <a:t>vlan-id</a:t>
                      </a:r>
                      <a:endParaRPr lang="en-US" sz="2100" dirty="0">
                        <a:effectLst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r>
                        <a:rPr lang="en-US" sz="2100" dirty="0"/>
                        <a:t>Display information about the identified VLAN name. The </a:t>
                      </a:r>
                      <a:r>
                        <a:rPr lang="en-US" sz="2100" i="1" dirty="0"/>
                        <a:t>vlan-name</a:t>
                      </a:r>
                      <a:r>
                        <a:rPr lang="en-US" sz="2100" dirty="0"/>
                        <a:t> is an ASCII string from 1 to 32 characters.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100" b="1" dirty="0"/>
                        <a:t>name</a:t>
                      </a:r>
                      <a:r>
                        <a:rPr lang="en-US" sz="2100" dirty="0"/>
                        <a:t> </a:t>
                      </a:r>
                      <a:r>
                        <a:rPr lang="en-US" sz="2100" i="1" dirty="0"/>
                        <a:t>vlan-name</a:t>
                      </a:r>
                      <a:endParaRPr lang="en-US" sz="2100" dirty="0">
                        <a:effectLst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100" dirty="0"/>
                        <a:t>Display VLAN summary information.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2100" b="1" dirty="0"/>
                        <a:t>summary</a:t>
                      </a:r>
                      <a:endParaRPr lang="en-US" sz="21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5026" y="219457"/>
            <a:ext cx="6727191" cy="990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5026" y="1443660"/>
            <a:ext cx="6727191" cy="1775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6767966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2" y="55191"/>
            <a:ext cx="6139356" cy="1010068"/>
          </a:xfrm>
        </p:spPr>
        <p:txBody>
          <a:bodyPr/>
          <a:lstStyle/>
          <a:p>
            <a:r>
              <a:rPr lang="en-US" altLang="en-US" sz="2133" dirty="0"/>
              <a:t>VLAN Configuration</a:t>
            </a:r>
            <a:br>
              <a:rPr lang="en-US" altLang="en-US" dirty="0"/>
            </a:br>
            <a:r>
              <a:rPr lang="en-US" altLang="en-US" dirty="0"/>
              <a:t>Change VLAN Port Membership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62119" y="1416907"/>
            <a:ext cx="5815120" cy="3853651"/>
          </a:xfrm>
        </p:spPr>
        <p:txBody>
          <a:bodyPr/>
          <a:lstStyle/>
          <a:p>
            <a:pPr marL="0" indent="0">
              <a:buNone/>
            </a:pPr>
            <a:r>
              <a:rPr lang="en-US" sz="2133" dirty="0"/>
              <a:t>There are a number of ways to change VLAN membership: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sz="2133" dirty="0"/>
              <a:t>re-enter </a:t>
            </a:r>
            <a:r>
              <a:rPr lang="en-US" sz="2133" b="1" dirty="0"/>
              <a:t>switchport access vlan</a:t>
            </a:r>
            <a:r>
              <a:rPr lang="en-US" sz="2133" dirty="0"/>
              <a:t> </a:t>
            </a:r>
            <a:r>
              <a:rPr lang="en-US" sz="2133" i="1" dirty="0"/>
              <a:t>vlan-id </a:t>
            </a:r>
            <a:r>
              <a:rPr lang="en-US" sz="2133" dirty="0"/>
              <a:t>command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33" dirty="0"/>
              <a:t>use the </a:t>
            </a:r>
            <a:r>
              <a:rPr lang="en-US" sz="2133" b="1" dirty="0"/>
              <a:t>no switchport access vlan </a:t>
            </a:r>
            <a:r>
              <a:rPr lang="en-US" sz="2133" dirty="0"/>
              <a:t>to place interface back in VLAN 1</a:t>
            </a:r>
          </a:p>
          <a:p>
            <a:pPr marL="0" indent="0">
              <a:buNone/>
            </a:pPr>
            <a:r>
              <a:rPr lang="en-US" altLang="en-US" sz="2133" dirty="0"/>
              <a:t>Use the </a:t>
            </a:r>
            <a:r>
              <a:rPr lang="en-US" altLang="en-US" sz="2133" b="1" dirty="0"/>
              <a:t>show vlan brief </a:t>
            </a:r>
            <a:r>
              <a:rPr lang="en-US" altLang="en-US" sz="2133" dirty="0"/>
              <a:t>or the </a:t>
            </a:r>
            <a:r>
              <a:rPr lang="en-US" altLang="en-US" sz="2133" b="1" dirty="0"/>
              <a:t>show interface fa0/18 switchport</a:t>
            </a:r>
            <a:r>
              <a:rPr lang="en-US" altLang="en-US" sz="2133" dirty="0"/>
              <a:t> commands to verify the correct VLAN association.</a:t>
            </a:r>
            <a:endParaRPr lang="en-CA" altLang="en-US" sz="2133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4702" y="251460"/>
            <a:ext cx="5827345" cy="35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523" y="3950039"/>
            <a:ext cx="5219700" cy="246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2402990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133" dirty="0"/>
              <a:t>VLAN Configuration</a:t>
            </a:r>
            <a:br>
              <a:rPr lang="en-US" altLang="en-US" dirty="0"/>
            </a:br>
            <a:r>
              <a:rPr lang="en-US" altLang="en-US" dirty="0"/>
              <a:t>Delete VLANs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64765" y="1157262"/>
            <a:ext cx="11563939" cy="3451313"/>
          </a:xfrm>
        </p:spPr>
        <p:txBody>
          <a:bodyPr/>
          <a:lstStyle/>
          <a:p>
            <a:pPr marL="0" indent="0">
              <a:buNone/>
            </a:pPr>
            <a:r>
              <a:rPr lang="en-US" sz="2133" dirty="0"/>
              <a:t>Delete VLANs with the </a:t>
            </a:r>
            <a:r>
              <a:rPr lang="en-US" sz="2133" b="1" dirty="0"/>
              <a:t>no vlan </a:t>
            </a:r>
            <a:r>
              <a:rPr lang="en-US" sz="2133" i="1" dirty="0"/>
              <a:t>vlan-id</a:t>
            </a:r>
            <a:r>
              <a:rPr lang="en-US" sz="2133" u="sng" dirty="0"/>
              <a:t> </a:t>
            </a:r>
            <a:r>
              <a:rPr lang="en-US" sz="2133" dirty="0"/>
              <a:t>command.</a:t>
            </a:r>
          </a:p>
          <a:p>
            <a:pPr marL="0" indent="0">
              <a:buNone/>
            </a:pPr>
            <a:r>
              <a:rPr lang="en-US" sz="2133" b="1" dirty="0"/>
              <a:t>Caution</a:t>
            </a:r>
            <a:r>
              <a:rPr lang="en-US" sz="2133" dirty="0"/>
              <a:t>: Before deleting a VLAN, reassign all member ports to a different VLAN.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sz="2133" dirty="0"/>
              <a:t>Delete all VLANs with the </a:t>
            </a:r>
            <a:r>
              <a:rPr lang="en-CA" altLang="en-US" sz="2133" b="1" dirty="0"/>
              <a:t>delete flash:vlan.dat </a:t>
            </a:r>
            <a:r>
              <a:rPr lang="en-CA" altLang="en-US" sz="2133" dirty="0"/>
              <a:t>or </a:t>
            </a:r>
            <a:r>
              <a:rPr lang="en-CA" altLang="en-US" sz="2133" b="1" dirty="0"/>
              <a:t>delete vlan.dat </a:t>
            </a:r>
            <a:r>
              <a:rPr lang="en-CA" altLang="en-US" sz="2133" dirty="0"/>
              <a:t>commands.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sz="2133" dirty="0"/>
              <a:t>Reload the switch when deleting all VLANs.</a:t>
            </a:r>
          </a:p>
          <a:p>
            <a:pPr marL="0" indent="0">
              <a:buNone/>
            </a:pPr>
            <a:r>
              <a:rPr lang="en-CA" altLang="en-US" sz="2133" b="1" dirty="0"/>
              <a:t>Note</a:t>
            </a:r>
            <a:r>
              <a:rPr lang="en-CA" altLang="en-US" sz="2133" dirty="0"/>
              <a:t>: To restore to factory default – unplug all data cables, erase the startup-configuration and delete the vlan.dat file, then reload the device.</a:t>
            </a:r>
          </a:p>
        </p:txBody>
      </p:sp>
    </p:spTree>
    <p:extLst>
      <p:ext uri="{BB962C8B-B14F-4D97-AF65-F5344CB8AC3E}">
        <p14:creationId xmlns:p14="http://schemas.microsoft.com/office/powerpoint/2010/main" val="4025053552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2452-06EF-FDE1-C524-A6985C03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351F-ADF1-BA62-E0D7-A11B5F33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48640"/>
            <a:ext cx="2413000" cy="97536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QUIZ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4192-2823-4A53-04F8-2787A041DF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1000" y="1549400"/>
            <a:ext cx="9677400" cy="35560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N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 backbone network is a high-speed network that connects many networks.</a:t>
            </a:r>
          </a:p>
          <a:p>
            <a:pPr marL="0" lvl="0" indent="0">
              <a:buNone/>
            </a:pPr>
            <a:r>
              <a:rPr lang="en-N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(TRUE/FALSE)?</a:t>
            </a:r>
          </a:p>
          <a:p>
            <a:pPr marL="342900" lvl="0" indent="-342900">
              <a:buFont typeface="+mj-lt"/>
              <a:buAutoNum type="arabicPeriod"/>
            </a:pP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E5887-63D1-0515-B079-5A600EAD0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DA500-E190-6D23-8657-33AEAA8CD2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75855-37F8-C760-BF9A-87BD359B9C9C}"/>
              </a:ext>
            </a:extLst>
          </p:cNvPr>
          <p:cNvSpPr txBox="1"/>
          <p:nvPr/>
        </p:nvSpPr>
        <p:spPr>
          <a:xfrm>
            <a:off x="1524000" y="4343400"/>
            <a:ext cx="7086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/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Ans: 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True</a:t>
            </a:r>
            <a:endParaRPr lang="en-NZ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202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2452-06EF-FDE1-C524-A6985C03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351F-ADF1-BA62-E0D7-A11B5F33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48640"/>
            <a:ext cx="2413000" cy="97536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QUIZ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4192-2823-4A53-04F8-2787A041DF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1000" y="1549400"/>
            <a:ext cx="9677400" cy="35560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N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 backbone network that connects many backbone networks spanning several buildings at a single location is often called an Internet backbone.</a:t>
            </a:r>
          </a:p>
          <a:p>
            <a:pPr marL="0" lvl="0" indent="0">
              <a:buNone/>
            </a:pPr>
            <a:r>
              <a:rPr lang="en-N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(TRUE/FALSE)?</a:t>
            </a:r>
          </a:p>
          <a:p>
            <a:pPr marL="342900" lvl="0" indent="-342900">
              <a:buFont typeface="+mj-lt"/>
              <a:buAutoNum type="arabicPeriod"/>
            </a:pP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E5887-63D1-0515-B079-5A600EAD0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DA500-E190-6D23-8657-33AEAA8CD2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75855-37F8-C760-BF9A-87BD359B9C9C}"/>
              </a:ext>
            </a:extLst>
          </p:cNvPr>
          <p:cNvSpPr txBox="1"/>
          <p:nvPr/>
        </p:nvSpPr>
        <p:spPr>
          <a:xfrm>
            <a:off x="1530285" y="4343400"/>
            <a:ext cx="7086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/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Ans: 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False</a:t>
            </a:r>
            <a:endParaRPr lang="en-NZ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24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2452-06EF-FDE1-C524-A6985C03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351F-ADF1-BA62-E0D7-A11B5F33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48640"/>
            <a:ext cx="2413000" cy="97536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QUIZ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4192-2823-4A53-04F8-2787A041DF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1000" y="1549400"/>
            <a:ext cx="9677400" cy="35560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N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One basic component of a backbone network is the hardware device that connects other networks to the backbone. (TRUE/FALSE)?</a:t>
            </a:r>
          </a:p>
          <a:p>
            <a:pPr marL="342900" lvl="0" indent="-342900">
              <a:buFont typeface="+mj-lt"/>
              <a:buAutoNum type="arabicPeriod"/>
            </a:pP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E5887-63D1-0515-B079-5A600EAD0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DA500-E190-6D23-8657-33AEAA8CD2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75855-37F8-C760-BF9A-87BD359B9C9C}"/>
              </a:ext>
            </a:extLst>
          </p:cNvPr>
          <p:cNvSpPr txBox="1"/>
          <p:nvPr/>
        </p:nvSpPr>
        <p:spPr>
          <a:xfrm>
            <a:off x="1524000" y="4343400"/>
            <a:ext cx="7086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/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Ans: 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True</a:t>
            </a:r>
            <a:endParaRPr lang="en-NZ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40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2452-06EF-FDE1-C524-A6985C03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351F-ADF1-BA62-E0D7-A11B5F33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48640"/>
            <a:ext cx="2413000" cy="97536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QUIZ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4192-2823-4A53-04F8-2787A041DF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1000" y="1549400"/>
            <a:ext cx="9677400" cy="35560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N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Routers use network layer address to forward packets between network segments. (TRUE/FALSE)?</a:t>
            </a:r>
          </a:p>
          <a:p>
            <a:pPr marL="342900" lvl="0" indent="-342900">
              <a:buFont typeface="+mj-lt"/>
              <a:buAutoNum type="arabicPeriod"/>
            </a:pP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E5887-63D1-0515-B079-5A600EAD0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DA500-E190-6D23-8657-33AEAA8CD2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75855-37F8-C760-BF9A-87BD359B9C9C}"/>
              </a:ext>
            </a:extLst>
          </p:cNvPr>
          <p:cNvSpPr txBox="1"/>
          <p:nvPr/>
        </p:nvSpPr>
        <p:spPr>
          <a:xfrm>
            <a:off x="1524000" y="4343400"/>
            <a:ext cx="7086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/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Ans: 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True</a:t>
            </a:r>
            <a:endParaRPr lang="en-NZ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742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2452-06EF-FDE1-C524-A6985C03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351F-ADF1-BA62-E0D7-A11B5F33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48640"/>
            <a:ext cx="2413000" cy="97536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QUIZ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4192-2823-4A53-04F8-2787A041DF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1000" y="1549400"/>
            <a:ext cx="9677400" cy="35560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N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Routed backbones use switches that move packets based on data link layer addresses. (TRUE/FALSE)?</a:t>
            </a:r>
          </a:p>
          <a:p>
            <a:pPr marL="342900" lvl="0" indent="-342900">
              <a:buFont typeface="+mj-lt"/>
              <a:buAutoNum type="arabicPeriod"/>
            </a:pP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E5887-63D1-0515-B079-5A600EAD0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DA500-E190-6D23-8657-33AEAA8CD2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75855-37F8-C760-BF9A-87BD359B9C9C}"/>
              </a:ext>
            </a:extLst>
          </p:cNvPr>
          <p:cNvSpPr txBox="1"/>
          <p:nvPr/>
        </p:nvSpPr>
        <p:spPr>
          <a:xfrm>
            <a:off x="1524000" y="4343400"/>
            <a:ext cx="7086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/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Ans: 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False</a:t>
            </a:r>
            <a:endParaRPr lang="en-NZ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20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2452-06EF-FDE1-C524-A6985C03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351F-ADF1-BA62-E0D7-A11B5F33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48640"/>
            <a:ext cx="2413000" cy="97536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QUIZ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4192-2823-4A53-04F8-2787A041DF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1000" y="1549400"/>
            <a:ext cx="11023600" cy="35814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N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Which of the following </a:t>
            </a:r>
            <a:r>
              <a:rPr lang="en-NZ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is not true about Layer-3 </a:t>
            </a:r>
            <a:r>
              <a:rPr lang="en-N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switches?</a:t>
            </a:r>
          </a:p>
          <a:p>
            <a:pPr marL="0" lvl="0" indent="0">
              <a:buNone/>
            </a:pPr>
            <a:r>
              <a:rPr lang="en-N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a.	They switch messages based on their IP address.</a:t>
            </a:r>
          </a:p>
          <a:p>
            <a:pPr marL="0" lvl="0" indent="0">
              <a:buNone/>
            </a:pPr>
            <a:r>
              <a:rPr lang="en-N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b.	They can be used in place of routers.</a:t>
            </a:r>
          </a:p>
          <a:p>
            <a:pPr marL="0" lvl="0" indent="0">
              <a:buNone/>
            </a:pPr>
            <a:r>
              <a:rPr lang="en-N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c.	They function faster than routers.</a:t>
            </a:r>
          </a:p>
          <a:p>
            <a:pPr marL="0" lvl="0" indent="0">
              <a:buNone/>
            </a:pPr>
            <a:r>
              <a:rPr lang="en-N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d.	They have more simultaneously active ports than routers.</a:t>
            </a:r>
          </a:p>
          <a:p>
            <a:pPr marL="0" lvl="0" indent="0">
              <a:buNone/>
            </a:pPr>
            <a:r>
              <a:rPr lang="en-N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e.	They can only switch messages based on their data link layer addresses.</a:t>
            </a:r>
          </a:p>
          <a:p>
            <a:pPr marL="0" lvl="0" indent="0">
              <a:buNone/>
            </a:pP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E5887-63D1-0515-B079-5A600EAD0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DA500-E190-6D23-8657-33AEAA8CD2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75855-37F8-C760-BF9A-87BD359B9C9C}"/>
              </a:ext>
            </a:extLst>
          </p:cNvPr>
          <p:cNvSpPr txBox="1"/>
          <p:nvPr/>
        </p:nvSpPr>
        <p:spPr>
          <a:xfrm>
            <a:off x="2209800" y="5334000"/>
            <a:ext cx="883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/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Ans: 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NZ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They can only switch messages based on their data link layer addresses</a:t>
            </a:r>
            <a:endParaRPr lang="en-NZ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983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8.5 The Best Practice Backbone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Today, the most effective architecture for the distribution layer in terms of </a:t>
            </a:r>
            <a:r>
              <a:rPr lang="en-US" dirty="0">
                <a:solidFill>
                  <a:srgbClr val="FF0000"/>
                </a:solidFill>
              </a:rPr>
              <a:t>cost and performance is a switched backbone.</a:t>
            </a:r>
          </a:p>
          <a:p>
            <a:r>
              <a:rPr lang="en-US" dirty="0"/>
              <a:t>It provides the </a:t>
            </a:r>
            <a:r>
              <a:rPr lang="en-US" dirty="0">
                <a:solidFill>
                  <a:srgbClr val="FF0000"/>
                </a:solidFill>
              </a:rPr>
              <a:t>best performance at the least cost.</a:t>
            </a:r>
          </a:p>
          <a:p>
            <a:r>
              <a:rPr lang="en-US" dirty="0"/>
              <a:t>Many large organizations are now implementing VLANs, </a:t>
            </a:r>
            <a:r>
              <a:rPr lang="en-US" dirty="0">
                <a:solidFill>
                  <a:srgbClr val="FF0000"/>
                </a:solidFill>
              </a:rPr>
              <a:t>especially those that have departments spread over multiple buildings.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0805945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6040"/>
            <a:ext cx="11379200" cy="82936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The Best Practice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6200" y="1295400"/>
            <a:ext cx="11125200" cy="1682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best practice architecture is a </a:t>
            </a:r>
            <a:r>
              <a:rPr lang="en-US" dirty="0">
                <a:solidFill>
                  <a:srgbClr val="FF0000"/>
                </a:solidFill>
              </a:rPr>
              <a:t>switched backbone or VLAN </a:t>
            </a:r>
            <a:r>
              <a:rPr lang="en-US" dirty="0"/>
              <a:t>for the distribution layer and a </a:t>
            </a:r>
            <a:r>
              <a:rPr lang="en-US" dirty="0">
                <a:solidFill>
                  <a:srgbClr val="FF0000"/>
                </a:solidFill>
              </a:rPr>
              <a:t>routed backbone for the core layer.</a:t>
            </a:r>
          </a:p>
          <a:p>
            <a:r>
              <a:rPr lang="en-US" dirty="0"/>
              <a:t>The best practice recommendation for </a:t>
            </a:r>
            <a:r>
              <a:rPr lang="en-US" dirty="0">
                <a:solidFill>
                  <a:srgbClr val="FF0000"/>
                </a:solidFill>
              </a:rPr>
              <a:t>backbone technology is gigabit Ethernet.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1057919" y="2895600"/>
            <a:ext cx="9427031" cy="36576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5745978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95248"/>
            <a:ext cx="11379200" cy="97536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Improving Device Performance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339797" y="1371600"/>
            <a:ext cx="10513709" cy="48006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1291800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8.7 Implications for Cyber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Most routers now have software that enables the network manager to create an </a:t>
            </a:r>
            <a:r>
              <a:rPr lang="en-US" b="1" i="1" dirty="0">
                <a:solidFill>
                  <a:srgbClr val="FF0000"/>
                </a:solidFill>
              </a:rPr>
              <a:t>access control list</a:t>
            </a:r>
            <a:r>
              <a:rPr lang="en-US" dirty="0">
                <a:solidFill>
                  <a:srgbClr val="FF0000"/>
                </a:solidFill>
              </a:rPr>
              <a:t> (ACL) </a:t>
            </a:r>
            <a:r>
              <a:rPr lang="en-US" dirty="0"/>
              <a:t>that specifies what </a:t>
            </a:r>
            <a:r>
              <a:rPr lang="en-US" dirty="0">
                <a:solidFill>
                  <a:srgbClr val="FF0000"/>
                </a:solidFill>
              </a:rPr>
              <a:t>traffic the router should allow through.</a:t>
            </a:r>
          </a:p>
          <a:p>
            <a:r>
              <a:rPr lang="en-US" dirty="0"/>
              <a:t>Many routers have more sophisticated ACL software that enables the ACL to have </a:t>
            </a:r>
            <a:r>
              <a:rPr lang="en-US" dirty="0">
                <a:solidFill>
                  <a:srgbClr val="FF0000"/>
                </a:solidFill>
              </a:rPr>
              <a:t>different rules for different interfaces</a:t>
            </a:r>
            <a:r>
              <a:rPr lang="en-US" dirty="0"/>
              <a:t>.</a:t>
            </a:r>
          </a:p>
          <a:p>
            <a:r>
              <a:rPr lang="en-US" dirty="0"/>
              <a:t>VLANs are the </a:t>
            </a:r>
            <a:r>
              <a:rPr lang="en-US" dirty="0">
                <a:solidFill>
                  <a:srgbClr val="FF0000"/>
                </a:solidFill>
              </a:rPr>
              <a:t>most secure type of backbone </a:t>
            </a:r>
            <a:r>
              <a:rPr lang="en-US" dirty="0"/>
              <a:t>because they enable ACL and other security measures to be applied at the switch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8-</a:t>
            </a:r>
            <a:fld id="{67B19427-F580-D146-B60E-4CADEE75497F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6378703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pener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ADB653A1-22A9-4BD0-B2B5-00B2E53CA889}"/>
    </a:ext>
  </a:extLst>
</a:theme>
</file>

<file path=ppt/theme/theme2.xml><?xml version="1.0" encoding="utf-8"?>
<a:theme xmlns:a="http://schemas.openxmlformats.org/drawingml/2006/main" name="Chapter Outline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25467C8E-E53C-4AD9-A914-F685BED9852C}"/>
    </a:ext>
  </a:extLst>
</a:theme>
</file>

<file path=ppt/theme/theme3.xml><?xml version="1.0" encoding="utf-8"?>
<a:theme xmlns:a="http://schemas.openxmlformats.org/drawingml/2006/main" name="Learning Objectives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C895C9AC-D919-427F-9B86-94C36E44A5AC}"/>
    </a:ext>
  </a:extLst>
</a:theme>
</file>

<file path=ppt/theme/theme4.xml><?xml version="1.0" encoding="utf-8"?>
<a:theme xmlns:a="http://schemas.openxmlformats.org/drawingml/2006/main" name="Concept Check Question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CDF06AF5-28F1-4349-ABBF-0F854C7FF2AB}"/>
    </a:ext>
  </a:extLst>
</a:theme>
</file>

<file path=ppt/theme/theme5.xml><?xml version="1.0" encoding="utf-8"?>
<a:theme xmlns:a="http://schemas.openxmlformats.org/drawingml/2006/main" name="Key Term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DCC268CD-8C3E-414C-B079-8C7CF400294A}"/>
    </a:ext>
  </a:extLst>
</a:theme>
</file>

<file path=ppt/theme/theme6.xml><?xml version="1.0" encoding="utf-8"?>
<a:theme xmlns:a="http://schemas.openxmlformats.org/drawingml/2006/main" name="Section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1E4FF330-8D2F-4F8D-BD47-17DD76922698}"/>
    </a:ext>
  </a:extLst>
</a:theme>
</file>

<file path=ppt/theme/theme7.xml><?xml version="1.0" encoding="utf-8"?>
<a:theme xmlns:a="http://schemas.openxmlformats.org/drawingml/2006/main" name="Image Slide Master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9997BA5C-0A08-467C-973F-4C065CD0136E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FC5FF765D7D64998B8A00072F6BAD5" ma:contentTypeVersion="15" ma:contentTypeDescription="Create a new document." ma:contentTypeScope="" ma:versionID="7dc141ca22241caa5807500f3576adfb">
  <xsd:schema xmlns:xsd="http://www.w3.org/2001/XMLSchema" xmlns:xs="http://www.w3.org/2001/XMLSchema" xmlns:p="http://schemas.microsoft.com/office/2006/metadata/properties" xmlns:ns1="http://schemas.microsoft.com/sharepoint/v3" xmlns:ns3="3acb1e6a-c770-49d5-a476-585c8d9f4762" xmlns:ns4="2849ce5b-a999-43ca-9b4e-9342bc28e78e" targetNamespace="http://schemas.microsoft.com/office/2006/metadata/properties" ma:root="true" ma:fieldsID="8f0ef06240b3429aa59a01c4d08c16e4" ns1:_="" ns3:_="" ns4:_="">
    <xsd:import namespace="http://schemas.microsoft.com/sharepoint/v3"/>
    <xsd:import namespace="3acb1e6a-c770-49d5-a476-585c8d9f4762"/>
    <xsd:import namespace="2849ce5b-a999-43ca-9b4e-9342bc28e78e"/>
    <xsd:element name="properties">
      <xsd:complexType>
        <xsd:sequence>
          <xsd:element name="documentManagement">
            <xsd:complexType>
              <xsd:all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cb1e6a-c770-49d5-a476-585c8d9f476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49ce5b-a999-43ca-9b4e-9342bc28e7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acb1e6a-c770-49d5-a476-585c8d9f4762">
      <UserInfo>
        <DisplayName>McGinniss, Allison</DisplayName>
        <AccountId>4797</AccountId>
        <AccountType/>
      </UserInfo>
      <UserInfo>
        <DisplayName>Boylan, Jon</DisplayName>
        <AccountId>3791</AccountId>
        <AccountType/>
      </UserInfo>
      <UserInfo>
        <DisplayName>Swinford, Christin - Indianapolis</DisplayName>
        <AccountId>2742</AccountId>
        <AccountType/>
      </UserInfo>
      <UserInfo>
        <DisplayName>Davis, Kathy</DisplayName>
        <AccountId>3885</AccountId>
        <AccountType/>
      </UserInfo>
      <UserInfo>
        <DisplayName>Trent, Michael</DisplayName>
        <AccountId>3890</AccountId>
        <AccountType/>
      </UserInfo>
    </SharedWithUsers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8DECD1DE-F5AD-4A6B-99F8-E38245CC2D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4E8EDE-B712-4183-997A-9529F0F6D8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acb1e6a-c770-49d5-a476-585c8d9f4762"/>
    <ds:schemaRef ds:uri="2849ce5b-a999-43ca-9b4e-9342bc28e7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EFD79E-06AF-4973-A733-BC27ECAABB1B}">
  <ds:schemaRefs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2849ce5b-a999-43ca-9b4e-9342bc28e78e"/>
    <ds:schemaRef ds:uri="3acb1e6a-c770-49d5-a476-585c8d9f4762"/>
    <ds:schemaRef ds:uri="http://purl.org/dc/elements/1.1/"/>
    <ds:schemaRef ds:uri="http://schemas.microsoft.com/office/2006/metadata/properties"/>
    <ds:schemaRef ds:uri="http://schemas.microsoft.com/sharepoint/v3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McDaniel Template</Template>
  <TotalTime>1523</TotalTime>
  <Words>2114</Words>
  <Application>Microsoft Office PowerPoint</Application>
  <PresentationFormat>Widescreen</PresentationFormat>
  <Paragraphs>284</Paragraphs>
  <Slides>31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31</vt:i4>
      </vt:variant>
    </vt:vector>
  </HeadingPairs>
  <TitlesOfParts>
    <vt:vector size="45" baseType="lpstr">
      <vt:lpstr>Arial</vt:lpstr>
      <vt:lpstr>Calibri</vt:lpstr>
      <vt:lpstr>Calibri Light</vt:lpstr>
      <vt:lpstr>Courier New</vt:lpstr>
      <vt:lpstr>Source Sans Pro</vt:lpstr>
      <vt:lpstr>Times New Roman</vt:lpstr>
      <vt:lpstr>Wingdings</vt:lpstr>
      <vt:lpstr>Opener</vt:lpstr>
      <vt:lpstr>Chapter Outline</vt:lpstr>
      <vt:lpstr>Learning Objectives</vt:lpstr>
      <vt:lpstr>Concept Check Question</vt:lpstr>
      <vt:lpstr>Key Term</vt:lpstr>
      <vt:lpstr>Section</vt:lpstr>
      <vt:lpstr>Image Slide Master</vt:lpstr>
      <vt:lpstr>Business Data Communications</vt:lpstr>
      <vt:lpstr>Learning Objectives</vt:lpstr>
      <vt:lpstr>8.1 Introduction</vt:lpstr>
      <vt:lpstr>8.2 Switched Backbones</vt:lpstr>
      <vt:lpstr>Switched Backbones Continued</vt:lpstr>
      <vt:lpstr>Main Distribution Facility</vt:lpstr>
      <vt:lpstr>8.3 Routed Backbones</vt:lpstr>
      <vt:lpstr>8.4 Virtual LANs</vt:lpstr>
      <vt:lpstr>Overview of VLANs Benefits of a VLAN Design</vt:lpstr>
      <vt:lpstr>VLANs in a Multi-Switched Environment Networks without VLANs</vt:lpstr>
      <vt:lpstr>VLANs in a Multi-Switched Environment Networks with VLANs</vt:lpstr>
      <vt:lpstr>How VLANs Work</vt:lpstr>
      <vt:lpstr>How VLANs Work Continued</vt:lpstr>
      <vt:lpstr>VLANs in a Multi-Switched Environment Defining VLAN Trunks</vt:lpstr>
      <vt:lpstr>VLAN Configuration VLAN Creation Commands</vt:lpstr>
      <vt:lpstr>VLAN Configuration VLAN Creation Example</vt:lpstr>
      <vt:lpstr>VLAN Configuration VLAN Port Assignment Commands</vt:lpstr>
      <vt:lpstr>VLAN Configuration VLAN Port Assignment Example</vt:lpstr>
      <vt:lpstr>VLAN Configuration Verify VLAN Information</vt:lpstr>
      <vt:lpstr>VLAN Configuration Change VLAN Port Membership</vt:lpstr>
      <vt:lpstr>VLAN Configuration Delete VLANs</vt:lpstr>
      <vt:lpstr>QUIZ 1</vt:lpstr>
      <vt:lpstr>QUIZ 2</vt:lpstr>
      <vt:lpstr>QUIZ 3</vt:lpstr>
      <vt:lpstr>QUIZ 4</vt:lpstr>
      <vt:lpstr>QUIZ 5</vt:lpstr>
      <vt:lpstr>QUIZ 6</vt:lpstr>
      <vt:lpstr>8.5 The Best Practice Backbone Design</vt:lpstr>
      <vt:lpstr>The Best Practice Recommendations</vt:lpstr>
      <vt:lpstr>Improving Device Performance</vt:lpstr>
      <vt:lpstr>8.7 Implications for Cyber Security</vt:lpstr>
    </vt:vector>
  </TitlesOfParts>
  <Manager>Judy Howarth</Manager>
  <Company>John Wiley and Sons,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8: Backbone Networks</dc:title>
  <dc:subject>Business Data Communications 14e</dc:subject>
  <dc:creator>Ronny Richardson</dc:creator>
  <cp:keywords>Business</cp:keywords>
  <dc:description>This file was created by:_x000d_
_x000d_
Dr. Ronny Richardson_x000d_
Professor of Operations Management_x000d_
Coles College of Business_x000d_
Kennesaw State University_x000d_
_x000d_
DrRonnyRichardson@gmail.com</dc:description>
  <cp:lastModifiedBy>Duaa Zuhair Al-Hamid</cp:lastModifiedBy>
  <cp:revision>25</cp:revision>
  <cp:lastPrinted>2024-04-24T04:32:24Z</cp:lastPrinted>
  <dcterms:created xsi:type="dcterms:W3CDTF">2021-04-29T19:32:45Z</dcterms:created>
  <dcterms:modified xsi:type="dcterms:W3CDTF">2025-04-30T03:38:09Z</dcterms:modified>
  <cp:category>PowerPoint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0x0101006FFC5FF765D7D64998B8A00072F6BAD5</vt:lpwstr>
  </property>
</Properties>
</file>