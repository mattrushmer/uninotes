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83"/>
  </p:notesMasterIdLst>
  <p:sldIdLst>
    <p:sldId id="256" r:id="rId11"/>
    <p:sldId id="257" r:id="rId12"/>
    <p:sldId id="258" r:id="rId13"/>
    <p:sldId id="259" r:id="rId14"/>
    <p:sldId id="260" r:id="rId15"/>
    <p:sldId id="261" r:id="rId16"/>
    <p:sldId id="262" r:id="rId17"/>
    <p:sldId id="928" r:id="rId18"/>
    <p:sldId id="929" r:id="rId19"/>
    <p:sldId id="323" r:id="rId20"/>
    <p:sldId id="931" r:id="rId21"/>
    <p:sldId id="322" r:id="rId22"/>
    <p:sldId id="263" r:id="rId23"/>
    <p:sldId id="264" r:id="rId24"/>
    <p:sldId id="265" r:id="rId25"/>
    <p:sldId id="266" r:id="rId26"/>
    <p:sldId id="267" r:id="rId27"/>
    <p:sldId id="268" r:id="rId28"/>
    <p:sldId id="269" r:id="rId29"/>
    <p:sldId id="270" r:id="rId30"/>
    <p:sldId id="271" r:id="rId31"/>
    <p:sldId id="275" r:id="rId32"/>
    <p:sldId id="276" r:id="rId33"/>
    <p:sldId id="277" r:id="rId34"/>
    <p:sldId id="278" r:id="rId35"/>
    <p:sldId id="279" r:id="rId36"/>
    <p:sldId id="280" r:id="rId37"/>
    <p:sldId id="283" r:id="rId38"/>
    <p:sldId id="284" r:id="rId39"/>
    <p:sldId id="933" r:id="rId40"/>
    <p:sldId id="932" r:id="rId41"/>
    <p:sldId id="293" r:id="rId42"/>
    <p:sldId id="294" r:id="rId43"/>
    <p:sldId id="295" r:id="rId44"/>
    <p:sldId id="296" r:id="rId45"/>
    <p:sldId id="302" r:id="rId46"/>
    <p:sldId id="318" r:id="rId47"/>
    <p:sldId id="319" r:id="rId48"/>
    <p:sldId id="927" r:id="rId49"/>
    <p:sldId id="272" r:id="rId50"/>
    <p:sldId id="273" r:id="rId51"/>
    <p:sldId id="274" r:id="rId52"/>
    <p:sldId id="281" r:id="rId53"/>
    <p:sldId id="282" r:id="rId54"/>
    <p:sldId id="285" r:id="rId55"/>
    <p:sldId id="286" r:id="rId56"/>
    <p:sldId id="287" r:id="rId57"/>
    <p:sldId id="288" r:id="rId58"/>
    <p:sldId id="289" r:id="rId59"/>
    <p:sldId id="290" r:id="rId60"/>
    <p:sldId id="291" r:id="rId61"/>
    <p:sldId id="292" r:id="rId62"/>
    <p:sldId id="297" r:id="rId63"/>
    <p:sldId id="298" r:id="rId64"/>
    <p:sldId id="299" r:id="rId65"/>
    <p:sldId id="300" r:id="rId66"/>
    <p:sldId id="301" r:id="rId67"/>
    <p:sldId id="303" r:id="rId68"/>
    <p:sldId id="304" r:id="rId69"/>
    <p:sldId id="305" r:id="rId70"/>
    <p:sldId id="306" r:id="rId71"/>
    <p:sldId id="307" r:id="rId72"/>
    <p:sldId id="308" r:id="rId73"/>
    <p:sldId id="309" r:id="rId74"/>
    <p:sldId id="310" r:id="rId75"/>
    <p:sldId id="311" r:id="rId76"/>
    <p:sldId id="312" r:id="rId77"/>
    <p:sldId id="313" r:id="rId78"/>
    <p:sldId id="314" r:id="rId79"/>
    <p:sldId id="315" r:id="rId80"/>
    <p:sldId id="316" r:id="rId81"/>
    <p:sldId id="317" r:id="rId82"/>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89051" autoAdjust="0"/>
  </p:normalViewPr>
  <p:slideViewPr>
    <p:cSldViewPr>
      <p:cViewPr>
        <p:scale>
          <a:sx n="80" d="100"/>
          <a:sy n="80" d="100"/>
        </p:scale>
        <p:origin x="176" y="40"/>
      </p:cViewPr>
      <p:guideLst>
        <p:guide orient="horz" pos="2160"/>
        <p:guide pos="3840"/>
      </p:guideLst>
    </p:cSldViewPr>
  </p:slideViewPr>
  <p:outlineViewPr>
    <p:cViewPr>
      <p:scale>
        <a:sx n="33" d="100"/>
        <a:sy n="33" d="100"/>
      </p:scale>
      <p:origin x="0" y="40260"/>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131"/>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slide" Target="slides/slide53.xml"/><Relationship Id="rId68" Type="http://schemas.openxmlformats.org/officeDocument/2006/relationships/slide" Target="slides/slide58.xml"/><Relationship Id="rId76" Type="http://schemas.openxmlformats.org/officeDocument/2006/relationships/slide" Target="slides/slide66.xml"/><Relationship Id="rId84" Type="http://schemas.openxmlformats.org/officeDocument/2006/relationships/commentAuthors" Target="commentAuthors.xml"/><Relationship Id="rId89" Type="http://schemas.microsoft.com/office/2016/11/relationships/changesInfo" Target="changesInfos/changesInfo1.xml"/><Relationship Id="rId7" Type="http://schemas.openxmlformats.org/officeDocument/2006/relationships/slideMaster" Target="slideMasters/slideMaster4.xml"/><Relationship Id="rId71" Type="http://schemas.openxmlformats.org/officeDocument/2006/relationships/slide" Target="slides/slide61.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slide" Target="slides/slide64.xml"/><Relationship Id="rId79" Type="http://schemas.openxmlformats.org/officeDocument/2006/relationships/slide" Target="slides/slide69.xml"/><Relationship Id="rId87"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ul Sarkar" userId="71db43f0-bfba-485f-96db-bcbe321ca22a" providerId="ADAL" clId="{19E9A7EE-AFEF-4436-8BB6-E98BCFC1B8D0}"/>
    <pc:docChg chg="modSld">
      <pc:chgData name="Nurul Sarkar" userId="71db43f0-bfba-485f-96db-bcbe321ca22a" providerId="ADAL" clId="{19E9A7EE-AFEF-4436-8BB6-E98BCFC1B8D0}" dt="2024-10-08T18:40:05.327" v="60" actId="207"/>
      <pc:docMkLst>
        <pc:docMk/>
      </pc:docMkLst>
      <pc:sldChg chg="modSp mod">
        <pc:chgData name="Nurul Sarkar" userId="71db43f0-bfba-485f-96db-bcbe321ca22a" providerId="ADAL" clId="{19E9A7EE-AFEF-4436-8BB6-E98BCFC1B8D0}" dt="2024-10-08T09:01:57.410" v="1" actId="207"/>
        <pc:sldMkLst>
          <pc:docMk/>
          <pc:sldMk cId="2607597976" sldId="257"/>
        </pc:sldMkLst>
        <pc:spChg chg="mod">
          <ac:chgData name="Nurul Sarkar" userId="71db43f0-bfba-485f-96db-bcbe321ca22a" providerId="ADAL" clId="{19E9A7EE-AFEF-4436-8BB6-E98BCFC1B8D0}" dt="2024-10-08T09:01:57.410" v="1" actId="207"/>
          <ac:spMkLst>
            <pc:docMk/>
            <pc:sldMk cId="2607597976" sldId="257"/>
            <ac:spMk id="8" creationId="{00000000-0000-0000-0000-000000000000}"/>
          </ac:spMkLst>
        </pc:spChg>
      </pc:sldChg>
      <pc:sldChg chg="modSp mod">
        <pc:chgData name="Nurul Sarkar" userId="71db43f0-bfba-485f-96db-bcbe321ca22a" providerId="ADAL" clId="{19E9A7EE-AFEF-4436-8BB6-E98BCFC1B8D0}" dt="2024-10-08T09:11:51.542" v="2" actId="207"/>
        <pc:sldMkLst>
          <pc:docMk/>
          <pc:sldMk cId="291157095" sldId="260"/>
        </pc:sldMkLst>
        <pc:spChg chg="mod">
          <ac:chgData name="Nurul Sarkar" userId="71db43f0-bfba-485f-96db-bcbe321ca22a" providerId="ADAL" clId="{19E9A7EE-AFEF-4436-8BB6-E98BCFC1B8D0}" dt="2024-10-08T09:11:51.542" v="2" actId="207"/>
          <ac:spMkLst>
            <pc:docMk/>
            <pc:sldMk cId="291157095" sldId="260"/>
            <ac:spMk id="3" creationId="{00000000-0000-0000-0000-000000000000}"/>
          </ac:spMkLst>
        </pc:spChg>
      </pc:sldChg>
      <pc:sldChg chg="modSp mod">
        <pc:chgData name="Nurul Sarkar" userId="71db43f0-bfba-485f-96db-bcbe321ca22a" providerId="ADAL" clId="{19E9A7EE-AFEF-4436-8BB6-E98BCFC1B8D0}" dt="2024-10-08T09:25:21.575" v="8" actId="207"/>
        <pc:sldMkLst>
          <pc:docMk/>
          <pc:sldMk cId="3844706806" sldId="261"/>
        </pc:sldMkLst>
        <pc:spChg chg="mod">
          <ac:chgData name="Nurul Sarkar" userId="71db43f0-bfba-485f-96db-bcbe321ca22a" providerId="ADAL" clId="{19E9A7EE-AFEF-4436-8BB6-E98BCFC1B8D0}" dt="2024-10-08T09:25:21.575" v="8" actId="207"/>
          <ac:spMkLst>
            <pc:docMk/>
            <pc:sldMk cId="3844706806" sldId="261"/>
            <ac:spMk id="3" creationId="{00000000-0000-0000-0000-000000000000}"/>
          </ac:spMkLst>
        </pc:spChg>
      </pc:sldChg>
      <pc:sldChg chg="modSp mod">
        <pc:chgData name="Nurul Sarkar" userId="71db43f0-bfba-485f-96db-bcbe321ca22a" providerId="ADAL" clId="{19E9A7EE-AFEF-4436-8BB6-E98BCFC1B8D0}" dt="2024-10-08T09:17:07.546" v="6" actId="207"/>
        <pc:sldMkLst>
          <pc:docMk/>
          <pc:sldMk cId="3114185097" sldId="262"/>
        </pc:sldMkLst>
        <pc:spChg chg="mod">
          <ac:chgData name="Nurul Sarkar" userId="71db43f0-bfba-485f-96db-bcbe321ca22a" providerId="ADAL" clId="{19E9A7EE-AFEF-4436-8BB6-E98BCFC1B8D0}" dt="2024-10-08T09:17:07.546" v="6" actId="207"/>
          <ac:spMkLst>
            <pc:docMk/>
            <pc:sldMk cId="3114185097" sldId="262"/>
            <ac:spMk id="3" creationId="{00000000-0000-0000-0000-000000000000}"/>
          </ac:spMkLst>
        </pc:spChg>
      </pc:sldChg>
      <pc:sldChg chg="modSp mod">
        <pc:chgData name="Nurul Sarkar" userId="71db43f0-bfba-485f-96db-bcbe321ca22a" providerId="ADAL" clId="{19E9A7EE-AFEF-4436-8BB6-E98BCFC1B8D0}" dt="2024-10-08T09:41:49.766" v="10" actId="14100"/>
        <pc:sldMkLst>
          <pc:docMk/>
          <pc:sldMk cId="2158230476" sldId="267"/>
        </pc:sldMkLst>
        <pc:picChg chg="mod">
          <ac:chgData name="Nurul Sarkar" userId="71db43f0-bfba-485f-96db-bcbe321ca22a" providerId="ADAL" clId="{19E9A7EE-AFEF-4436-8BB6-E98BCFC1B8D0}" dt="2024-10-08T09:41:49.766" v="10" actId="14100"/>
          <ac:picMkLst>
            <pc:docMk/>
            <pc:sldMk cId="2158230476" sldId="267"/>
            <ac:picMk id="6" creationId="{00000000-0000-0000-0000-000000000000}"/>
          </ac:picMkLst>
        </pc:picChg>
      </pc:sldChg>
      <pc:sldChg chg="modSp mod">
        <pc:chgData name="Nurul Sarkar" userId="71db43f0-bfba-485f-96db-bcbe321ca22a" providerId="ADAL" clId="{19E9A7EE-AFEF-4436-8BB6-E98BCFC1B8D0}" dt="2024-10-08T09:45:30.960" v="12" actId="14100"/>
        <pc:sldMkLst>
          <pc:docMk/>
          <pc:sldMk cId="3145375655" sldId="268"/>
        </pc:sldMkLst>
        <pc:picChg chg="mod">
          <ac:chgData name="Nurul Sarkar" userId="71db43f0-bfba-485f-96db-bcbe321ca22a" providerId="ADAL" clId="{19E9A7EE-AFEF-4436-8BB6-E98BCFC1B8D0}" dt="2024-10-08T09:45:30.960" v="12" actId="14100"/>
          <ac:picMkLst>
            <pc:docMk/>
            <pc:sldMk cId="3145375655" sldId="268"/>
            <ac:picMk id="8" creationId="{00000000-0000-0000-0000-000000000000}"/>
          </ac:picMkLst>
        </pc:picChg>
      </pc:sldChg>
      <pc:sldChg chg="modSp mod">
        <pc:chgData name="Nurul Sarkar" userId="71db43f0-bfba-485f-96db-bcbe321ca22a" providerId="ADAL" clId="{19E9A7EE-AFEF-4436-8BB6-E98BCFC1B8D0}" dt="2024-10-08T09:47:25.188" v="15" actId="1076"/>
        <pc:sldMkLst>
          <pc:docMk/>
          <pc:sldMk cId="176196956" sldId="269"/>
        </pc:sldMkLst>
        <pc:spChg chg="mod">
          <ac:chgData name="Nurul Sarkar" userId="71db43f0-bfba-485f-96db-bcbe321ca22a" providerId="ADAL" clId="{19E9A7EE-AFEF-4436-8BB6-E98BCFC1B8D0}" dt="2024-10-08T09:47:25.188" v="15" actId="1076"/>
          <ac:spMkLst>
            <pc:docMk/>
            <pc:sldMk cId="176196956" sldId="269"/>
            <ac:spMk id="7" creationId="{00000000-0000-0000-0000-000000000000}"/>
          </ac:spMkLst>
        </pc:spChg>
        <pc:picChg chg="mod">
          <ac:chgData name="Nurul Sarkar" userId="71db43f0-bfba-485f-96db-bcbe321ca22a" providerId="ADAL" clId="{19E9A7EE-AFEF-4436-8BB6-E98BCFC1B8D0}" dt="2024-10-08T09:47:11.776" v="13" actId="14100"/>
          <ac:picMkLst>
            <pc:docMk/>
            <pc:sldMk cId="176196956" sldId="269"/>
            <ac:picMk id="9" creationId="{00000000-0000-0000-0000-000000000000}"/>
          </ac:picMkLst>
        </pc:picChg>
      </pc:sldChg>
      <pc:sldChg chg="modSp mod">
        <pc:chgData name="Nurul Sarkar" userId="71db43f0-bfba-485f-96db-bcbe321ca22a" providerId="ADAL" clId="{19E9A7EE-AFEF-4436-8BB6-E98BCFC1B8D0}" dt="2024-10-08T09:51:08.958" v="20" actId="14100"/>
        <pc:sldMkLst>
          <pc:docMk/>
          <pc:sldMk cId="3888234520" sldId="270"/>
        </pc:sldMkLst>
        <pc:spChg chg="mod">
          <ac:chgData name="Nurul Sarkar" userId="71db43f0-bfba-485f-96db-bcbe321ca22a" providerId="ADAL" clId="{19E9A7EE-AFEF-4436-8BB6-E98BCFC1B8D0}" dt="2024-10-08T09:51:00.282" v="18" actId="207"/>
          <ac:spMkLst>
            <pc:docMk/>
            <pc:sldMk cId="3888234520" sldId="270"/>
            <ac:spMk id="3" creationId="{00000000-0000-0000-0000-000000000000}"/>
          </ac:spMkLst>
        </pc:spChg>
        <pc:picChg chg="mod">
          <ac:chgData name="Nurul Sarkar" userId="71db43f0-bfba-485f-96db-bcbe321ca22a" providerId="ADAL" clId="{19E9A7EE-AFEF-4436-8BB6-E98BCFC1B8D0}" dt="2024-10-08T09:51:08.958" v="20" actId="14100"/>
          <ac:picMkLst>
            <pc:docMk/>
            <pc:sldMk cId="3888234520" sldId="270"/>
            <ac:picMk id="7" creationId="{00000000-0000-0000-0000-000000000000}"/>
          </ac:picMkLst>
        </pc:picChg>
      </pc:sldChg>
      <pc:sldChg chg="modSp mod">
        <pc:chgData name="Nurul Sarkar" userId="71db43f0-bfba-485f-96db-bcbe321ca22a" providerId="ADAL" clId="{19E9A7EE-AFEF-4436-8BB6-E98BCFC1B8D0}" dt="2024-10-08T10:00:16.065" v="24" actId="207"/>
        <pc:sldMkLst>
          <pc:docMk/>
          <pc:sldMk cId="607449796" sldId="275"/>
        </pc:sldMkLst>
        <pc:spChg chg="mod">
          <ac:chgData name="Nurul Sarkar" userId="71db43f0-bfba-485f-96db-bcbe321ca22a" providerId="ADAL" clId="{19E9A7EE-AFEF-4436-8BB6-E98BCFC1B8D0}" dt="2024-10-08T10:00:16.065" v="24" actId="207"/>
          <ac:spMkLst>
            <pc:docMk/>
            <pc:sldMk cId="607449796" sldId="275"/>
            <ac:spMk id="3" creationId="{00000000-0000-0000-0000-000000000000}"/>
          </ac:spMkLst>
        </pc:spChg>
      </pc:sldChg>
      <pc:sldChg chg="modSp mod">
        <pc:chgData name="Nurul Sarkar" userId="71db43f0-bfba-485f-96db-bcbe321ca22a" providerId="ADAL" clId="{19E9A7EE-AFEF-4436-8BB6-E98BCFC1B8D0}" dt="2024-10-08T10:04:45.043" v="25" actId="207"/>
        <pc:sldMkLst>
          <pc:docMk/>
          <pc:sldMk cId="2989709103" sldId="277"/>
        </pc:sldMkLst>
        <pc:spChg chg="mod">
          <ac:chgData name="Nurul Sarkar" userId="71db43f0-bfba-485f-96db-bcbe321ca22a" providerId="ADAL" clId="{19E9A7EE-AFEF-4436-8BB6-E98BCFC1B8D0}" dt="2024-10-08T10:04:45.043" v="25" actId="207"/>
          <ac:spMkLst>
            <pc:docMk/>
            <pc:sldMk cId="2989709103" sldId="277"/>
            <ac:spMk id="3" creationId="{00000000-0000-0000-0000-000000000000}"/>
          </ac:spMkLst>
        </pc:spChg>
      </pc:sldChg>
      <pc:sldChg chg="modSp mod">
        <pc:chgData name="Nurul Sarkar" userId="71db43f0-bfba-485f-96db-bcbe321ca22a" providerId="ADAL" clId="{19E9A7EE-AFEF-4436-8BB6-E98BCFC1B8D0}" dt="2024-10-08T10:08:49.599" v="26" actId="207"/>
        <pc:sldMkLst>
          <pc:docMk/>
          <pc:sldMk cId="104727121" sldId="279"/>
        </pc:sldMkLst>
        <pc:spChg chg="mod">
          <ac:chgData name="Nurul Sarkar" userId="71db43f0-bfba-485f-96db-bcbe321ca22a" providerId="ADAL" clId="{19E9A7EE-AFEF-4436-8BB6-E98BCFC1B8D0}" dt="2024-10-08T10:08:49.599" v="26" actId="207"/>
          <ac:spMkLst>
            <pc:docMk/>
            <pc:sldMk cId="104727121" sldId="279"/>
            <ac:spMk id="6" creationId="{00000000-0000-0000-0000-000000000000}"/>
          </ac:spMkLst>
        </pc:spChg>
      </pc:sldChg>
      <pc:sldChg chg="modSp mod">
        <pc:chgData name="Nurul Sarkar" userId="71db43f0-bfba-485f-96db-bcbe321ca22a" providerId="ADAL" clId="{19E9A7EE-AFEF-4436-8BB6-E98BCFC1B8D0}" dt="2024-10-08T10:11:04.088" v="27" actId="207"/>
        <pc:sldMkLst>
          <pc:docMk/>
          <pc:sldMk cId="2668287326" sldId="280"/>
        </pc:sldMkLst>
        <pc:spChg chg="mod">
          <ac:chgData name="Nurul Sarkar" userId="71db43f0-bfba-485f-96db-bcbe321ca22a" providerId="ADAL" clId="{19E9A7EE-AFEF-4436-8BB6-E98BCFC1B8D0}" dt="2024-10-08T10:11:04.088" v="27" actId="207"/>
          <ac:spMkLst>
            <pc:docMk/>
            <pc:sldMk cId="2668287326" sldId="280"/>
            <ac:spMk id="8" creationId="{00000000-0000-0000-0000-000000000000}"/>
          </ac:spMkLst>
        </pc:spChg>
      </pc:sldChg>
      <pc:sldChg chg="modSp mod">
        <pc:chgData name="Nurul Sarkar" userId="71db43f0-bfba-485f-96db-bcbe321ca22a" providerId="ADAL" clId="{19E9A7EE-AFEF-4436-8BB6-E98BCFC1B8D0}" dt="2024-10-08T10:11:39.605" v="28" actId="207"/>
        <pc:sldMkLst>
          <pc:docMk/>
          <pc:sldMk cId="4287126325" sldId="283"/>
        </pc:sldMkLst>
        <pc:spChg chg="mod">
          <ac:chgData name="Nurul Sarkar" userId="71db43f0-bfba-485f-96db-bcbe321ca22a" providerId="ADAL" clId="{19E9A7EE-AFEF-4436-8BB6-E98BCFC1B8D0}" dt="2024-10-08T10:11:39.605" v="28" actId="207"/>
          <ac:spMkLst>
            <pc:docMk/>
            <pc:sldMk cId="4287126325" sldId="283"/>
            <ac:spMk id="3" creationId="{00000000-0000-0000-0000-000000000000}"/>
          </ac:spMkLst>
        </pc:spChg>
      </pc:sldChg>
      <pc:sldChg chg="modSp mod">
        <pc:chgData name="Nurul Sarkar" userId="71db43f0-bfba-485f-96db-bcbe321ca22a" providerId="ADAL" clId="{19E9A7EE-AFEF-4436-8BB6-E98BCFC1B8D0}" dt="2024-10-08T10:14:50.431" v="38" actId="20577"/>
        <pc:sldMkLst>
          <pc:docMk/>
          <pc:sldMk cId="3085711624" sldId="284"/>
        </pc:sldMkLst>
        <pc:spChg chg="mod">
          <ac:chgData name="Nurul Sarkar" userId="71db43f0-bfba-485f-96db-bcbe321ca22a" providerId="ADAL" clId="{19E9A7EE-AFEF-4436-8BB6-E98BCFC1B8D0}" dt="2024-10-08T10:14:50.431" v="38" actId="20577"/>
          <ac:spMkLst>
            <pc:docMk/>
            <pc:sldMk cId="3085711624" sldId="284"/>
            <ac:spMk id="3" creationId="{00000000-0000-0000-0000-000000000000}"/>
          </ac:spMkLst>
        </pc:spChg>
      </pc:sldChg>
      <pc:sldChg chg="modSp mod">
        <pc:chgData name="Nurul Sarkar" userId="71db43f0-bfba-485f-96db-bcbe321ca22a" providerId="ADAL" clId="{19E9A7EE-AFEF-4436-8BB6-E98BCFC1B8D0}" dt="2024-10-08T18:36:02.013" v="53" actId="207"/>
        <pc:sldMkLst>
          <pc:docMk/>
          <pc:sldMk cId="424657784" sldId="294"/>
        </pc:sldMkLst>
        <pc:spChg chg="mod">
          <ac:chgData name="Nurul Sarkar" userId="71db43f0-bfba-485f-96db-bcbe321ca22a" providerId="ADAL" clId="{19E9A7EE-AFEF-4436-8BB6-E98BCFC1B8D0}" dt="2024-10-08T18:36:02.013" v="53" actId="207"/>
          <ac:spMkLst>
            <pc:docMk/>
            <pc:sldMk cId="424657784" sldId="294"/>
            <ac:spMk id="8" creationId="{00000000-0000-0000-0000-000000000000}"/>
          </ac:spMkLst>
        </pc:spChg>
      </pc:sldChg>
      <pc:sldChg chg="modSp mod">
        <pc:chgData name="Nurul Sarkar" userId="71db43f0-bfba-485f-96db-bcbe321ca22a" providerId="ADAL" clId="{19E9A7EE-AFEF-4436-8BB6-E98BCFC1B8D0}" dt="2024-10-08T18:37:43.752" v="56" actId="20577"/>
        <pc:sldMkLst>
          <pc:docMk/>
          <pc:sldMk cId="4081487446" sldId="295"/>
        </pc:sldMkLst>
        <pc:spChg chg="mod">
          <ac:chgData name="Nurul Sarkar" userId="71db43f0-bfba-485f-96db-bcbe321ca22a" providerId="ADAL" clId="{19E9A7EE-AFEF-4436-8BB6-E98BCFC1B8D0}" dt="2024-10-08T18:37:43.752" v="56" actId="20577"/>
          <ac:spMkLst>
            <pc:docMk/>
            <pc:sldMk cId="4081487446" sldId="295"/>
            <ac:spMk id="8" creationId="{00000000-0000-0000-0000-000000000000}"/>
          </ac:spMkLst>
        </pc:spChg>
        <pc:picChg chg="mod">
          <ac:chgData name="Nurul Sarkar" userId="71db43f0-bfba-485f-96db-bcbe321ca22a" providerId="ADAL" clId="{19E9A7EE-AFEF-4436-8BB6-E98BCFC1B8D0}" dt="2024-10-08T18:36:28.328" v="55" actId="14100"/>
          <ac:picMkLst>
            <pc:docMk/>
            <pc:sldMk cId="4081487446" sldId="295"/>
            <ac:picMk id="3" creationId="{00000000-0000-0000-0000-000000000000}"/>
          </ac:picMkLst>
        </pc:picChg>
      </pc:sldChg>
      <pc:sldChg chg="modSp mod">
        <pc:chgData name="Nurul Sarkar" userId="71db43f0-bfba-485f-96db-bcbe321ca22a" providerId="ADAL" clId="{19E9A7EE-AFEF-4436-8BB6-E98BCFC1B8D0}" dt="2024-10-08T18:40:05.327" v="60" actId="207"/>
        <pc:sldMkLst>
          <pc:docMk/>
          <pc:sldMk cId="2749466062" sldId="296"/>
        </pc:sldMkLst>
        <pc:spChg chg="mod">
          <ac:chgData name="Nurul Sarkar" userId="71db43f0-bfba-485f-96db-bcbe321ca22a" providerId="ADAL" clId="{19E9A7EE-AFEF-4436-8BB6-E98BCFC1B8D0}" dt="2024-10-08T18:40:05.327" v="60" actId="207"/>
          <ac:spMkLst>
            <pc:docMk/>
            <pc:sldMk cId="2749466062" sldId="296"/>
            <ac:spMk id="8" creationId="{00000000-0000-0000-0000-000000000000}"/>
          </ac:spMkLst>
        </pc:spChg>
      </pc:sldChg>
      <pc:sldChg chg="modSp mod">
        <pc:chgData name="Nurul Sarkar" userId="71db43f0-bfba-485f-96db-bcbe321ca22a" providerId="ADAL" clId="{19E9A7EE-AFEF-4436-8BB6-E98BCFC1B8D0}" dt="2024-10-08T18:30:53.505" v="50" actId="20577"/>
        <pc:sldMkLst>
          <pc:docMk/>
          <pc:sldMk cId="3615218918" sldId="319"/>
        </pc:sldMkLst>
        <pc:spChg chg="mod">
          <ac:chgData name="Nurul Sarkar" userId="71db43f0-bfba-485f-96db-bcbe321ca22a" providerId="ADAL" clId="{19E9A7EE-AFEF-4436-8BB6-E98BCFC1B8D0}" dt="2024-10-08T18:30:53.505" v="50" actId="20577"/>
          <ac:spMkLst>
            <pc:docMk/>
            <pc:sldMk cId="3615218918" sldId="319"/>
            <ac:spMk id="8" creationId="{00000000-0000-0000-0000-000000000000}"/>
          </ac:spMkLst>
        </pc:spChg>
      </pc:sldChg>
      <pc:sldChg chg="modSp mod">
        <pc:chgData name="Nurul Sarkar" userId="71db43f0-bfba-485f-96db-bcbe321ca22a" providerId="ADAL" clId="{19E9A7EE-AFEF-4436-8BB6-E98BCFC1B8D0}" dt="2024-10-07T09:03:47.254" v="0" actId="20577"/>
        <pc:sldMkLst>
          <pc:docMk/>
          <pc:sldMk cId="0" sldId="927"/>
        </pc:sldMkLst>
        <pc:spChg chg="mod">
          <ac:chgData name="Nurul Sarkar" userId="71db43f0-bfba-485f-96db-bcbe321ca22a" providerId="ADAL" clId="{19E9A7EE-AFEF-4436-8BB6-E98BCFC1B8D0}" dt="2024-10-07T09:03:47.254" v="0" actId="20577"/>
          <ac:spMkLst>
            <pc:docMk/>
            <pc:sldMk cId="0" sldId="927"/>
            <ac:spMk id="90114" creationId="{5487F494-15E0-EABB-7556-3DC4FE06B0FC}"/>
          </ac:spMkLst>
        </pc:spChg>
      </pc:sldChg>
      <pc:sldChg chg="modSp mod">
        <pc:chgData name="Nurul Sarkar" userId="71db43f0-bfba-485f-96db-bcbe321ca22a" providerId="ADAL" clId="{19E9A7EE-AFEF-4436-8BB6-E98BCFC1B8D0}" dt="2024-10-08T10:15:55.845" v="48" actId="20577"/>
        <pc:sldMkLst>
          <pc:docMk/>
          <pc:sldMk cId="2843750326" sldId="933"/>
        </pc:sldMkLst>
        <pc:spChg chg="mod">
          <ac:chgData name="Nurul Sarkar" userId="71db43f0-bfba-485f-96db-bcbe321ca22a" providerId="ADAL" clId="{19E9A7EE-AFEF-4436-8BB6-E98BCFC1B8D0}" dt="2024-10-08T10:15:55.845" v="48" actId="20577"/>
          <ac:spMkLst>
            <pc:docMk/>
            <pc:sldMk cId="2843750326" sldId="933"/>
            <ac:spMk id="3" creationId="{E8FE4192-2823-4A53-04F8-2787A041DFC0}"/>
          </ac:spMkLst>
        </pc:spChg>
      </pc:sldChg>
    </pc:docChg>
  </pc:docChgLst>
  <pc:docChgLst>
    <pc:chgData name="Nurul Sarkar" userId="71db43f0-bfba-485f-96db-bcbe321ca22a" providerId="ADAL" clId="{A32F7D48-21EC-4252-8FE9-4C100CD064D4}"/>
    <pc:docChg chg="undo custSel addSld delSld modSld modNotesMaster">
      <pc:chgData name="Nurul Sarkar" userId="71db43f0-bfba-485f-96db-bcbe321ca22a" providerId="ADAL" clId="{A32F7D48-21EC-4252-8FE9-4C100CD064D4}" dt="2024-05-21T23:30:29.056" v="752" actId="207"/>
      <pc:docMkLst>
        <pc:docMk/>
      </pc:docMkLst>
      <pc:sldChg chg="modSp mod">
        <pc:chgData name="Nurul Sarkar" userId="71db43f0-bfba-485f-96db-bcbe321ca22a" providerId="ADAL" clId="{A32F7D48-21EC-4252-8FE9-4C100CD064D4}" dt="2024-05-20T03:21:17.058" v="268" actId="20577"/>
        <pc:sldMkLst>
          <pc:docMk/>
          <pc:sldMk cId="2607597976" sldId="257"/>
        </pc:sldMkLst>
        <pc:spChg chg="mod">
          <ac:chgData name="Nurul Sarkar" userId="71db43f0-bfba-485f-96db-bcbe321ca22a" providerId="ADAL" clId="{A32F7D48-21EC-4252-8FE9-4C100CD064D4}" dt="2024-05-20T03:21:17.058" v="268" actId="20577"/>
          <ac:spMkLst>
            <pc:docMk/>
            <pc:sldMk cId="2607597976" sldId="257"/>
            <ac:spMk id="8" creationId="{00000000-0000-0000-0000-000000000000}"/>
          </ac:spMkLst>
        </pc:spChg>
      </pc:sldChg>
      <pc:sldChg chg="modSp mod">
        <pc:chgData name="Nurul Sarkar" userId="71db43f0-bfba-485f-96db-bcbe321ca22a" providerId="ADAL" clId="{A32F7D48-21EC-4252-8FE9-4C100CD064D4}" dt="2024-05-20T03:21:59.089" v="271" actId="207"/>
        <pc:sldMkLst>
          <pc:docMk/>
          <pc:sldMk cId="1060189009" sldId="258"/>
        </pc:sldMkLst>
        <pc:spChg chg="mod">
          <ac:chgData name="Nurul Sarkar" userId="71db43f0-bfba-485f-96db-bcbe321ca22a" providerId="ADAL" clId="{A32F7D48-21EC-4252-8FE9-4C100CD064D4}" dt="2024-05-17T02:35:36.676" v="9" actId="1076"/>
          <ac:spMkLst>
            <pc:docMk/>
            <pc:sldMk cId="1060189009" sldId="258"/>
            <ac:spMk id="6" creationId="{00000000-0000-0000-0000-000000000000}"/>
          </ac:spMkLst>
        </pc:spChg>
        <pc:spChg chg="mod">
          <ac:chgData name="Nurul Sarkar" userId="71db43f0-bfba-485f-96db-bcbe321ca22a" providerId="ADAL" clId="{A32F7D48-21EC-4252-8FE9-4C100CD064D4}" dt="2024-05-20T03:21:59.089" v="271" actId="207"/>
          <ac:spMkLst>
            <pc:docMk/>
            <pc:sldMk cId="1060189009" sldId="258"/>
            <ac:spMk id="7" creationId="{00000000-0000-0000-0000-000000000000}"/>
          </ac:spMkLst>
        </pc:spChg>
      </pc:sldChg>
      <pc:sldChg chg="modSp mod">
        <pc:chgData name="Nurul Sarkar" userId="71db43f0-bfba-485f-96db-bcbe321ca22a" providerId="ADAL" clId="{A32F7D48-21EC-4252-8FE9-4C100CD064D4}" dt="2024-05-20T03:24:28.525" v="278" actId="20577"/>
        <pc:sldMkLst>
          <pc:docMk/>
          <pc:sldMk cId="2064272472" sldId="259"/>
        </pc:sldMkLst>
        <pc:spChg chg="mod">
          <ac:chgData name="Nurul Sarkar" userId="71db43f0-bfba-485f-96db-bcbe321ca22a" providerId="ADAL" clId="{A32F7D48-21EC-4252-8FE9-4C100CD064D4}" dt="2024-05-17T02:36:49.406" v="19" actId="1076"/>
          <ac:spMkLst>
            <pc:docMk/>
            <pc:sldMk cId="2064272472" sldId="259"/>
            <ac:spMk id="2" creationId="{00000000-0000-0000-0000-000000000000}"/>
          </ac:spMkLst>
        </pc:spChg>
        <pc:spChg chg="mod">
          <ac:chgData name="Nurul Sarkar" userId="71db43f0-bfba-485f-96db-bcbe321ca22a" providerId="ADAL" clId="{A32F7D48-21EC-4252-8FE9-4C100CD064D4}" dt="2024-05-20T03:24:28.525" v="278" actId="20577"/>
          <ac:spMkLst>
            <pc:docMk/>
            <pc:sldMk cId="2064272472" sldId="259"/>
            <ac:spMk id="3" creationId="{00000000-0000-0000-0000-000000000000}"/>
          </ac:spMkLst>
        </pc:spChg>
      </pc:sldChg>
      <pc:sldChg chg="modSp mod">
        <pc:chgData name="Nurul Sarkar" userId="71db43f0-bfba-485f-96db-bcbe321ca22a" providerId="ADAL" clId="{A32F7D48-21EC-4252-8FE9-4C100CD064D4}" dt="2024-05-20T03:25:36.099" v="282" actId="207"/>
        <pc:sldMkLst>
          <pc:docMk/>
          <pc:sldMk cId="291157095" sldId="260"/>
        </pc:sldMkLst>
        <pc:spChg chg="mod">
          <ac:chgData name="Nurul Sarkar" userId="71db43f0-bfba-485f-96db-bcbe321ca22a" providerId="ADAL" clId="{A32F7D48-21EC-4252-8FE9-4C100CD064D4}" dt="2024-05-17T02:37:10.273" v="22" actId="1076"/>
          <ac:spMkLst>
            <pc:docMk/>
            <pc:sldMk cId="291157095" sldId="260"/>
            <ac:spMk id="2" creationId="{00000000-0000-0000-0000-000000000000}"/>
          </ac:spMkLst>
        </pc:spChg>
        <pc:spChg chg="mod">
          <ac:chgData name="Nurul Sarkar" userId="71db43f0-bfba-485f-96db-bcbe321ca22a" providerId="ADAL" clId="{A32F7D48-21EC-4252-8FE9-4C100CD064D4}" dt="2024-05-20T03:25:36.099" v="282" actId="207"/>
          <ac:spMkLst>
            <pc:docMk/>
            <pc:sldMk cId="291157095" sldId="260"/>
            <ac:spMk id="3" creationId="{00000000-0000-0000-0000-000000000000}"/>
          </ac:spMkLst>
        </pc:spChg>
      </pc:sldChg>
      <pc:sldChg chg="modSp mod">
        <pc:chgData name="Nurul Sarkar" userId="71db43f0-bfba-485f-96db-bcbe321ca22a" providerId="ADAL" clId="{A32F7D48-21EC-4252-8FE9-4C100CD064D4}" dt="2024-05-20T03:31:43.356" v="299" actId="207"/>
        <pc:sldMkLst>
          <pc:docMk/>
          <pc:sldMk cId="3844706806" sldId="261"/>
        </pc:sldMkLst>
        <pc:spChg chg="mod">
          <ac:chgData name="Nurul Sarkar" userId="71db43f0-bfba-485f-96db-bcbe321ca22a" providerId="ADAL" clId="{A32F7D48-21EC-4252-8FE9-4C100CD064D4}" dt="2024-05-17T02:37:40.030" v="26" actId="14100"/>
          <ac:spMkLst>
            <pc:docMk/>
            <pc:sldMk cId="3844706806" sldId="261"/>
            <ac:spMk id="2" creationId="{00000000-0000-0000-0000-000000000000}"/>
          </ac:spMkLst>
        </pc:spChg>
        <pc:spChg chg="mod">
          <ac:chgData name="Nurul Sarkar" userId="71db43f0-bfba-485f-96db-bcbe321ca22a" providerId="ADAL" clId="{A32F7D48-21EC-4252-8FE9-4C100CD064D4}" dt="2024-05-20T03:31:43.356" v="299" actId="207"/>
          <ac:spMkLst>
            <pc:docMk/>
            <pc:sldMk cId="3844706806" sldId="261"/>
            <ac:spMk id="3" creationId="{00000000-0000-0000-0000-000000000000}"/>
          </ac:spMkLst>
        </pc:spChg>
      </pc:sldChg>
      <pc:sldChg chg="modSp mod">
        <pc:chgData name="Nurul Sarkar" userId="71db43f0-bfba-485f-96db-bcbe321ca22a" providerId="ADAL" clId="{A32F7D48-21EC-4252-8FE9-4C100CD064D4}" dt="2024-05-21T10:25:23.001" v="315" actId="20577"/>
        <pc:sldMkLst>
          <pc:docMk/>
          <pc:sldMk cId="3114185097" sldId="262"/>
        </pc:sldMkLst>
        <pc:spChg chg="mod">
          <ac:chgData name="Nurul Sarkar" userId="71db43f0-bfba-485f-96db-bcbe321ca22a" providerId="ADAL" clId="{A32F7D48-21EC-4252-8FE9-4C100CD064D4}" dt="2024-05-17T02:38:12.775" v="31" actId="207"/>
          <ac:spMkLst>
            <pc:docMk/>
            <pc:sldMk cId="3114185097" sldId="262"/>
            <ac:spMk id="2" creationId="{00000000-0000-0000-0000-000000000000}"/>
          </ac:spMkLst>
        </pc:spChg>
        <pc:spChg chg="mod">
          <ac:chgData name="Nurul Sarkar" userId="71db43f0-bfba-485f-96db-bcbe321ca22a" providerId="ADAL" clId="{A32F7D48-21EC-4252-8FE9-4C100CD064D4}" dt="2024-05-21T10:25:23.001" v="315" actId="20577"/>
          <ac:spMkLst>
            <pc:docMk/>
            <pc:sldMk cId="3114185097" sldId="262"/>
            <ac:spMk id="3" creationId="{00000000-0000-0000-0000-000000000000}"/>
          </ac:spMkLst>
        </pc:spChg>
      </pc:sldChg>
      <pc:sldChg chg="modSp mod">
        <pc:chgData name="Nurul Sarkar" userId="71db43f0-bfba-485f-96db-bcbe321ca22a" providerId="ADAL" clId="{A32F7D48-21EC-4252-8FE9-4C100CD064D4}" dt="2024-05-20T03:39:06.540" v="310" actId="207"/>
        <pc:sldMkLst>
          <pc:docMk/>
          <pc:sldMk cId="3680125884" sldId="263"/>
        </pc:sldMkLst>
        <pc:spChg chg="mod">
          <ac:chgData name="Nurul Sarkar" userId="71db43f0-bfba-485f-96db-bcbe321ca22a" providerId="ADAL" clId="{A32F7D48-21EC-4252-8FE9-4C100CD064D4}" dt="2024-05-17T02:38:28.901" v="34" actId="1076"/>
          <ac:spMkLst>
            <pc:docMk/>
            <pc:sldMk cId="3680125884" sldId="263"/>
            <ac:spMk id="2" creationId="{00000000-0000-0000-0000-000000000000}"/>
          </ac:spMkLst>
        </pc:spChg>
        <pc:spChg chg="mod">
          <ac:chgData name="Nurul Sarkar" userId="71db43f0-bfba-485f-96db-bcbe321ca22a" providerId="ADAL" clId="{A32F7D48-21EC-4252-8FE9-4C100CD064D4}" dt="2024-05-20T03:39:06.540" v="310" actId="207"/>
          <ac:spMkLst>
            <pc:docMk/>
            <pc:sldMk cId="3680125884" sldId="263"/>
            <ac:spMk id="3" creationId="{00000000-0000-0000-0000-000000000000}"/>
          </ac:spMkLst>
        </pc:spChg>
      </pc:sldChg>
      <pc:sldChg chg="modSp mod">
        <pc:chgData name="Nurul Sarkar" userId="71db43f0-bfba-485f-96db-bcbe321ca22a" providerId="ADAL" clId="{A32F7D48-21EC-4252-8FE9-4C100CD064D4}" dt="2024-05-20T03:40:00.999" v="314" actId="20577"/>
        <pc:sldMkLst>
          <pc:docMk/>
          <pc:sldMk cId="2939375657" sldId="264"/>
        </pc:sldMkLst>
        <pc:spChg chg="mod">
          <ac:chgData name="Nurul Sarkar" userId="71db43f0-bfba-485f-96db-bcbe321ca22a" providerId="ADAL" clId="{A32F7D48-21EC-4252-8FE9-4C100CD064D4}" dt="2024-05-20T03:40:00.999" v="314" actId="20577"/>
          <ac:spMkLst>
            <pc:docMk/>
            <pc:sldMk cId="2939375657" sldId="264"/>
            <ac:spMk id="3" creationId="{00000000-0000-0000-0000-000000000000}"/>
          </ac:spMkLst>
        </pc:spChg>
      </pc:sldChg>
      <pc:sldChg chg="modSp mod">
        <pc:chgData name="Nurul Sarkar" userId="71db43f0-bfba-485f-96db-bcbe321ca22a" providerId="ADAL" clId="{A32F7D48-21EC-4252-8FE9-4C100CD064D4}" dt="2024-05-21T10:29:28.487" v="320" actId="207"/>
        <pc:sldMkLst>
          <pc:docMk/>
          <pc:sldMk cId="3962327187" sldId="265"/>
        </pc:sldMkLst>
        <pc:spChg chg="mod">
          <ac:chgData name="Nurul Sarkar" userId="71db43f0-bfba-485f-96db-bcbe321ca22a" providerId="ADAL" clId="{A32F7D48-21EC-4252-8FE9-4C100CD064D4}" dt="2024-05-17T02:41:25.925" v="56" actId="1076"/>
          <ac:spMkLst>
            <pc:docMk/>
            <pc:sldMk cId="3962327187" sldId="265"/>
            <ac:spMk id="2" creationId="{00000000-0000-0000-0000-000000000000}"/>
          </ac:spMkLst>
        </pc:spChg>
        <pc:spChg chg="mod">
          <ac:chgData name="Nurul Sarkar" userId="71db43f0-bfba-485f-96db-bcbe321ca22a" providerId="ADAL" clId="{A32F7D48-21EC-4252-8FE9-4C100CD064D4}" dt="2024-05-21T10:29:28.487" v="320" actId="207"/>
          <ac:spMkLst>
            <pc:docMk/>
            <pc:sldMk cId="3962327187" sldId="265"/>
            <ac:spMk id="3" creationId="{00000000-0000-0000-0000-000000000000}"/>
          </ac:spMkLst>
        </pc:spChg>
      </pc:sldChg>
      <pc:sldChg chg="modSp mod">
        <pc:chgData name="Nurul Sarkar" userId="71db43f0-bfba-485f-96db-bcbe321ca22a" providerId="ADAL" clId="{A32F7D48-21EC-4252-8FE9-4C100CD064D4}" dt="2024-05-21T10:28:28.335" v="319" actId="207"/>
        <pc:sldMkLst>
          <pc:docMk/>
          <pc:sldMk cId="2713925515" sldId="266"/>
        </pc:sldMkLst>
        <pc:spChg chg="mod">
          <ac:chgData name="Nurul Sarkar" userId="71db43f0-bfba-485f-96db-bcbe321ca22a" providerId="ADAL" clId="{A32F7D48-21EC-4252-8FE9-4C100CD064D4}" dt="2024-05-17T02:41:47.323" v="59" actId="1076"/>
          <ac:spMkLst>
            <pc:docMk/>
            <pc:sldMk cId="2713925515" sldId="266"/>
            <ac:spMk id="2" creationId="{00000000-0000-0000-0000-000000000000}"/>
          </ac:spMkLst>
        </pc:spChg>
        <pc:spChg chg="mod">
          <ac:chgData name="Nurul Sarkar" userId="71db43f0-bfba-485f-96db-bcbe321ca22a" providerId="ADAL" clId="{A32F7D48-21EC-4252-8FE9-4C100CD064D4}" dt="2024-05-21T10:28:28.335" v="319" actId="207"/>
          <ac:spMkLst>
            <pc:docMk/>
            <pc:sldMk cId="2713925515" sldId="266"/>
            <ac:spMk id="3" creationId="{00000000-0000-0000-0000-000000000000}"/>
          </ac:spMkLst>
        </pc:spChg>
      </pc:sldChg>
      <pc:sldChg chg="modSp mod">
        <pc:chgData name="Nurul Sarkar" userId="71db43f0-bfba-485f-96db-bcbe321ca22a" providerId="ADAL" clId="{A32F7D48-21EC-4252-8FE9-4C100CD064D4}" dt="2024-05-17T02:43:33.092" v="72" actId="14100"/>
        <pc:sldMkLst>
          <pc:docMk/>
          <pc:sldMk cId="2158230476" sldId="267"/>
        </pc:sldMkLst>
        <pc:spChg chg="mod">
          <ac:chgData name="Nurul Sarkar" userId="71db43f0-bfba-485f-96db-bcbe321ca22a" providerId="ADAL" clId="{A32F7D48-21EC-4252-8FE9-4C100CD064D4}" dt="2024-05-17T02:43:01.825" v="69" actId="1076"/>
          <ac:spMkLst>
            <pc:docMk/>
            <pc:sldMk cId="2158230476" sldId="267"/>
            <ac:spMk id="2" creationId="{00000000-0000-0000-0000-000000000000}"/>
          </ac:spMkLst>
        </pc:spChg>
        <pc:picChg chg="mod">
          <ac:chgData name="Nurul Sarkar" userId="71db43f0-bfba-485f-96db-bcbe321ca22a" providerId="ADAL" clId="{A32F7D48-21EC-4252-8FE9-4C100CD064D4}" dt="2024-05-17T02:43:33.092" v="72" actId="14100"/>
          <ac:picMkLst>
            <pc:docMk/>
            <pc:sldMk cId="2158230476" sldId="267"/>
            <ac:picMk id="6" creationId="{00000000-0000-0000-0000-000000000000}"/>
          </ac:picMkLst>
        </pc:picChg>
      </pc:sldChg>
      <pc:sldChg chg="modSp mod">
        <pc:chgData name="Nurul Sarkar" userId="71db43f0-bfba-485f-96db-bcbe321ca22a" providerId="ADAL" clId="{A32F7D48-21EC-4252-8FE9-4C100CD064D4}" dt="2024-05-17T02:45:06.806" v="91" actId="14100"/>
        <pc:sldMkLst>
          <pc:docMk/>
          <pc:sldMk cId="3145375655" sldId="268"/>
        </pc:sldMkLst>
        <pc:spChg chg="mod">
          <ac:chgData name="Nurul Sarkar" userId="71db43f0-bfba-485f-96db-bcbe321ca22a" providerId="ADAL" clId="{A32F7D48-21EC-4252-8FE9-4C100CD064D4}" dt="2024-05-17T02:44:01.218" v="79" actId="207"/>
          <ac:spMkLst>
            <pc:docMk/>
            <pc:sldMk cId="3145375655" sldId="268"/>
            <ac:spMk id="2" creationId="{00000000-0000-0000-0000-000000000000}"/>
          </ac:spMkLst>
        </pc:spChg>
        <pc:spChg chg="mod">
          <ac:chgData name="Nurul Sarkar" userId="71db43f0-bfba-485f-96db-bcbe321ca22a" providerId="ADAL" clId="{A32F7D48-21EC-4252-8FE9-4C100CD064D4}" dt="2024-05-17T02:44:43.770" v="87" actId="20577"/>
          <ac:spMkLst>
            <pc:docMk/>
            <pc:sldMk cId="3145375655" sldId="268"/>
            <ac:spMk id="6" creationId="{00000000-0000-0000-0000-000000000000}"/>
          </ac:spMkLst>
        </pc:spChg>
        <pc:picChg chg="mod">
          <ac:chgData name="Nurul Sarkar" userId="71db43f0-bfba-485f-96db-bcbe321ca22a" providerId="ADAL" clId="{A32F7D48-21EC-4252-8FE9-4C100CD064D4}" dt="2024-05-17T02:45:06.806" v="91" actId="14100"/>
          <ac:picMkLst>
            <pc:docMk/>
            <pc:sldMk cId="3145375655" sldId="268"/>
            <ac:picMk id="8" creationId="{00000000-0000-0000-0000-000000000000}"/>
          </ac:picMkLst>
        </pc:picChg>
      </pc:sldChg>
      <pc:sldChg chg="modSp mod">
        <pc:chgData name="Nurul Sarkar" userId="71db43f0-bfba-485f-96db-bcbe321ca22a" providerId="ADAL" clId="{A32F7D48-21EC-4252-8FE9-4C100CD064D4}" dt="2024-05-17T02:45:38.579" v="95" actId="14100"/>
        <pc:sldMkLst>
          <pc:docMk/>
          <pc:sldMk cId="176196956" sldId="269"/>
        </pc:sldMkLst>
        <pc:spChg chg="mod">
          <ac:chgData name="Nurul Sarkar" userId="71db43f0-bfba-485f-96db-bcbe321ca22a" providerId="ADAL" clId="{A32F7D48-21EC-4252-8FE9-4C100CD064D4}" dt="2024-05-17T02:45:27.557" v="93" actId="207"/>
          <ac:spMkLst>
            <pc:docMk/>
            <pc:sldMk cId="176196956" sldId="269"/>
            <ac:spMk id="7" creationId="{00000000-0000-0000-0000-000000000000}"/>
          </ac:spMkLst>
        </pc:spChg>
        <pc:picChg chg="mod">
          <ac:chgData name="Nurul Sarkar" userId="71db43f0-bfba-485f-96db-bcbe321ca22a" providerId="ADAL" clId="{A32F7D48-21EC-4252-8FE9-4C100CD064D4}" dt="2024-05-17T02:45:38.579" v="95" actId="14100"/>
          <ac:picMkLst>
            <pc:docMk/>
            <pc:sldMk cId="176196956" sldId="269"/>
            <ac:picMk id="9" creationId="{00000000-0000-0000-0000-000000000000}"/>
          </ac:picMkLst>
        </pc:picChg>
      </pc:sldChg>
      <pc:sldChg chg="modSp mod">
        <pc:chgData name="Nurul Sarkar" userId="71db43f0-bfba-485f-96db-bcbe321ca22a" providerId="ADAL" clId="{A32F7D48-21EC-4252-8FE9-4C100CD064D4}" dt="2024-05-17T02:48:11.055" v="107" actId="14100"/>
        <pc:sldMkLst>
          <pc:docMk/>
          <pc:sldMk cId="3888234520" sldId="270"/>
        </pc:sldMkLst>
        <pc:spChg chg="mod">
          <ac:chgData name="Nurul Sarkar" userId="71db43f0-bfba-485f-96db-bcbe321ca22a" providerId="ADAL" clId="{A32F7D48-21EC-4252-8FE9-4C100CD064D4}" dt="2024-05-17T02:47:25.181" v="98" actId="1076"/>
          <ac:spMkLst>
            <pc:docMk/>
            <pc:sldMk cId="3888234520" sldId="270"/>
            <ac:spMk id="2" creationId="{00000000-0000-0000-0000-000000000000}"/>
          </ac:spMkLst>
        </pc:spChg>
        <pc:spChg chg="mod">
          <ac:chgData name="Nurul Sarkar" userId="71db43f0-bfba-485f-96db-bcbe321ca22a" providerId="ADAL" clId="{A32F7D48-21EC-4252-8FE9-4C100CD064D4}" dt="2024-05-17T02:48:07.482" v="105" actId="1076"/>
          <ac:spMkLst>
            <pc:docMk/>
            <pc:sldMk cId="3888234520" sldId="270"/>
            <ac:spMk id="3" creationId="{00000000-0000-0000-0000-000000000000}"/>
          </ac:spMkLst>
        </pc:spChg>
        <pc:picChg chg="mod">
          <ac:chgData name="Nurul Sarkar" userId="71db43f0-bfba-485f-96db-bcbe321ca22a" providerId="ADAL" clId="{A32F7D48-21EC-4252-8FE9-4C100CD064D4}" dt="2024-05-17T02:48:11.055" v="107" actId="14100"/>
          <ac:picMkLst>
            <pc:docMk/>
            <pc:sldMk cId="3888234520" sldId="270"/>
            <ac:picMk id="7" creationId="{00000000-0000-0000-0000-000000000000}"/>
          </ac:picMkLst>
        </pc:picChg>
      </pc:sldChg>
      <pc:sldChg chg="modSp mod">
        <pc:chgData name="Nurul Sarkar" userId="71db43f0-bfba-485f-96db-bcbe321ca22a" providerId="ADAL" clId="{A32F7D48-21EC-4252-8FE9-4C100CD064D4}" dt="2024-05-17T02:49:34.120" v="114" actId="14100"/>
        <pc:sldMkLst>
          <pc:docMk/>
          <pc:sldMk cId="3269871040" sldId="271"/>
        </pc:sldMkLst>
        <pc:spChg chg="mod">
          <ac:chgData name="Nurul Sarkar" userId="71db43f0-bfba-485f-96db-bcbe321ca22a" providerId="ADAL" clId="{A32F7D48-21EC-4252-8FE9-4C100CD064D4}" dt="2024-05-17T02:49:11.833" v="110" actId="207"/>
          <ac:spMkLst>
            <pc:docMk/>
            <pc:sldMk cId="3269871040" sldId="271"/>
            <ac:spMk id="2" creationId="{00000000-0000-0000-0000-000000000000}"/>
          </ac:spMkLst>
        </pc:spChg>
        <pc:picChg chg="mod">
          <ac:chgData name="Nurul Sarkar" userId="71db43f0-bfba-485f-96db-bcbe321ca22a" providerId="ADAL" clId="{A32F7D48-21EC-4252-8FE9-4C100CD064D4}" dt="2024-05-17T02:49:18.506" v="112" actId="14100"/>
          <ac:picMkLst>
            <pc:docMk/>
            <pc:sldMk cId="3269871040" sldId="271"/>
            <ac:picMk id="7" creationId="{00000000-0000-0000-0000-000000000000}"/>
          </ac:picMkLst>
        </pc:picChg>
        <pc:picChg chg="mod">
          <ac:chgData name="Nurul Sarkar" userId="71db43f0-bfba-485f-96db-bcbe321ca22a" providerId="ADAL" clId="{A32F7D48-21EC-4252-8FE9-4C100CD064D4}" dt="2024-05-17T02:49:34.120" v="114" actId="14100"/>
          <ac:picMkLst>
            <pc:docMk/>
            <pc:sldMk cId="3269871040" sldId="271"/>
            <ac:picMk id="8" creationId="{00000000-0000-0000-0000-000000000000}"/>
          </ac:picMkLst>
        </pc:picChg>
      </pc:sldChg>
      <pc:sldChg chg="modSp del mod">
        <pc:chgData name="Nurul Sarkar" userId="71db43f0-bfba-485f-96db-bcbe321ca22a" providerId="ADAL" clId="{A32F7D48-21EC-4252-8FE9-4C100CD064D4}" dt="2024-05-21T10:56:14.023" v="324" actId="2696"/>
        <pc:sldMkLst>
          <pc:docMk/>
          <pc:sldMk cId="140000629" sldId="272"/>
        </pc:sldMkLst>
        <pc:spChg chg="mod">
          <ac:chgData name="Nurul Sarkar" userId="71db43f0-bfba-485f-96db-bcbe321ca22a" providerId="ADAL" clId="{A32F7D48-21EC-4252-8FE9-4C100CD064D4}" dt="2024-05-17T02:49:46.900" v="117" actId="207"/>
          <ac:spMkLst>
            <pc:docMk/>
            <pc:sldMk cId="140000629" sldId="272"/>
            <ac:spMk id="7" creationId="{00000000-0000-0000-0000-000000000000}"/>
          </ac:spMkLst>
        </pc:spChg>
        <pc:spChg chg="mod">
          <ac:chgData name="Nurul Sarkar" userId="71db43f0-bfba-485f-96db-bcbe321ca22a" providerId="ADAL" clId="{A32F7D48-21EC-4252-8FE9-4C100CD064D4}" dt="2024-05-17T02:50:27.233" v="124" actId="207"/>
          <ac:spMkLst>
            <pc:docMk/>
            <pc:sldMk cId="140000629" sldId="272"/>
            <ac:spMk id="8" creationId="{00000000-0000-0000-0000-000000000000}"/>
          </ac:spMkLst>
        </pc:spChg>
      </pc:sldChg>
      <pc:sldChg chg="add">
        <pc:chgData name="Nurul Sarkar" userId="71db43f0-bfba-485f-96db-bcbe321ca22a" providerId="ADAL" clId="{A32F7D48-21EC-4252-8FE9-4C100CD064D4}" dt="2024-05-21T10:56:20.384" v="325"/>
        <pc:sldMkLst>
          <pc:docMk/>
          <pc:sldMk cId="2687501171" sldId="272"/>
        </pc:sldMkLst>
      </pc:sldChg>
      <pc:sldChg chg="modSp del mod">
        <pc:chgData name="Nurul Sarkar" userId="71db43f0-bfba-485f-96db-bcbe321ca22a" providerId="ADAL" clId="{A32F7D48-21EC-4252-8FE9-4C100CD064D4}" dt="2024-05-21T10:56:14.023" v="324" actId="2696"/>
        <pc:sldMkLst>
          <pc:docMk/>
          <pc:sldMk cId="248515852" sldId="273"/>
        </pc:sldMkLst>
        <pc:spChg chg="mod">
          <ac:chgData name="Nurul Sarkar" userId="71db43f0-bfba-485f-96db-bcbe321ca22a" providerId="ADAL" clId="{A32F7D48-21EC-4252-8FE9-4C100CD064D4}" dt="2024-05-17T02:52:20.424" v="127" actId="1076"/>
          <ac:spMkLst>
            <pc:docMk/>
            <pc:sldMk cId="248515852" sldId="273"/>
            <ac:spMk id="2" creationId="{00000000-0000-0000-0000-000000000000}"/>
          </ac:spMkLst>
        </pc:spChg>
        <pc:spChg chg="mod">
          <ac:chgData name="Nurul Sarkar" userId="71db43f0-bfba-485f-96db-bcbe321ca22a" providerId="ADAL" clId="{A32F7D48-21EC-4252-8FE9-4C100CD064D4}" dt="2024-05-17T02:53:31.734" v="139" actId="20577"/>
          <ac:spMkLst>
            <pc:docMk/>
            <pc:sldMk cId="248515852" sldId="273"/>
            <ac:spMk id="3" creationId="{00000000-0000-0000-0000-000000000000}"/>
          </ac:spMkLst>
        </pc:spChg>
      </pc:sldChg>
      <pc:sldChg chg="add">
        <pc:chgData name="Nurul Sarkar" userId="71db43f0-bfba-485f-96db-bcbe321ca22a" providerId="ADAL" clId="{A32F7D48-21EC-4252-8FE9-4C100CD064D4}" dt="2024-05-21T10:56:20.384" v="325"/>
        <pc:sldMkLst>
          <pc:docMk/>
          <pc:sldMk cId="624786198" sldId="273"/>
        </pc:sldMkLst>
      </pc:sldChg>
      <pc:sldChg chg="modSp del mod">
        <pc:chgData name="Nurul Sarkar" userId="71db43f0-bfba-485f-96db-bcbe321ca22a" providerId="ADAL" clId="{A32F7D48-21EC-4252-8FE9-4C100CD064D4}" dt="2024-05-21T10:56:14.023" v="324" actId="2696"/>
        <pc:sldMkLst>
          <pc:docMk/>
          <pc:sldMk cId="843037968" sldId="274"/>
        </pc:sldMkLst>
        <pc:spChg chg="mod">
          <ac:chgData name="Nurul Sarkar" userId="71db43f0-bfba-485f-96db-bcbe321ca22a" providerId="ADAL" clId="{A32F7D48-21EC-4252-8FE9-4C100CD064D4}" dt="2024-05-17T02:53:47.500" v="141" actId="207"/>
          <ac:spMkLst>
            <pc:docMk/>
            <pc:sldMk cId="843037968" sldId="274"/>
            <ac:spMk id="2" creationId="{00000000-0000-0000-0000-000000000000}"/>
          </ac:spMkLst>
        </pc:spChg>
        <pc:spChg chg="mod">
          <ac:chgData name="Nurul Sarkar" userId="71db43f0-bfba-485f-96db-bcbe321ca22a" providerId="ADAL" clId="{A32F7D48-21EC-4252-8FE9-4C100CD064D4}" dt="2024-05-17T02:54:56.401" v="151" actId="207"/>
          <ac:spMkLst>
            <pc:docMk/>
            <pc:sldMk cId="843037968" sldId="274"/>
            <ac:spMk id="3" creationId="{00000000-0000-0000-0000-000000000000}"/>
          </ac:spMkLst>
        </pc:spChg>
      </pc:sldChg>
      <pc:sldChg chg="add">
        <pc:chgData name="Nurul Sarkar" userId="71db43f0-bfba-485f-96db-bcbe321ca22a" providerId="ADAL" clId="{A32F7D48-21EC-4252-8FE9-4C100CD064D4}" dt="2024-05-21T10:56:20.384" v="325"/>
        <pc:sldMkLst>
          <pc:docMk/>
          <pc:sldMk cId="1676881001" sldId="274"/>
        </pc:sldMkLst>
      </pc:sldChg>
      <pc:sldChg chg="modSp mod">
        <pc:chgData name="Nurul Sarkar" userId="71db43f0-bfba-485f-96db-bcbe321ca22a" providerId="ADAL" clId="{A32F7D48-21EC-4252-8FE9-4C100CD064D4}" dt="2024-05-21T11:09:54.706" v="345" actId="14100"/>
        <pc:sldMkLst>
          <pc:docMk/>
          <pc:sldMk cId="607449796" sldId="275"/>
        </pc:sldMkLst>
        <pc:spChg chg="mod">
          <ac:chgData name="Nurul Sarkar" userId="71db43f0-bfba-485f-96db-bcbe321ca22a" providerId="ADAL" clId="{A32F7D48-21EC-4252-8FE9-4C100CD064D4}" dt="2024-05-21T11:09:54.706" v="345" actId="14100"/>
          <ac:spMkLst>
            <pc:docMk/>
            <pc:sldMk cId="607449796" sldId="275"/>
            <ac:spMk id="2" creationId="{00000000-0000-0000-0000-000000000000}"/>
          </ac:spMkLst>
        </pc:spChg>
      </pc:sldChg>
      <pc:sldChg chg="modSp mod">
        <pc:chgData name="Nurul Sarkar" userId="71db43f0-bfba-485f-96db-bcbe321ca22a" providerId="ADAL" clId="{A32F7D48-21EC-4252-8FE9-4C100CD064D4}" dt="2024-05-21T23:29:43.111" v="750" actId="207"/>
        <pc:sldMkLst>
          <pc:docMk/>
          <pc:sldMk cId="3162789323" sldId="276"/>
        </pc:sldMkLst>
        <pc:spChg chg="mod">
          <ac:chgData name="Nurul Sarkar" userId="71db43f0-bfba-485f-96db-bcbe321ca22a" providerId="ADAL" clId="{A32F7D48-21EC-4252-8FE9-4C100CD064D4}" dt="2024-05-21T23:29:43.111" v="750" actId="207"/>
          <ac:spMkLst>
            <pc:docMk/>
            <pc:sldMk cId="3162789323" sldId="276"/>
            <ac:spMk id="3" creationId="{00000000-0000-0000-0000-000000000000}"/>
          </ac:spMkLst>
        </pc:spChg>
      </pc:sldChg>
      <pc:sldChg chg="modSp mod">
        <pc:chgData name="Nurul Sarkar" userId="71db43f0-bfba-485f-96db-bcbe321ca22a" providerId="ADAL" clId="{A32F7D48-21EC-4252-8FE9-4C100CD064D4}" dt="2024-05-21T23:30:29.056" v="752" actId="207"/>
        <pc:sldMkLst>
          <pc:docMk/>
          <pc:sldMk cId="2989709103" sldId="277"/>
        </pc:sldMkLst>
        <pc:spChg chg="mod">
          <ac:chgData name="Nurul Sarkar" userId="71db43f0-bfba-485f-96db-bcbe321ca22a" providerId="ADAL" clId="{A32F7D48-21EC-4252-8FE9-4C100CD064D4}" dt="2024-05-17T02:55:17.923" v="154" actId="1076"/>
          <ac:spMkLst>
            <pc:docMk/>
            <pc:sldMk cId="2989709103" sldId="277"/>
            <ac:spMk id="2" creationId="{00000000-0000-0000-0000-000000000000}"/>
          </ac:spMkLst>
        </pc:spChg>
        <pc:spChg chg="mod">
          <ac:chgData name="Nurul Sarkar" userId="71db43f0-bfba-485f-96db-bcbe321ca22a" providerId="ADAL" clId="{A32F7D48-21EC-4252-8FE9-4C100CD064D4}" dt="2024-05-21T23:30:29.056" v="752" actId="207"/>
          <ac:spMkLst>
            <pc:docMk/>
            <pc:sldMk cId="2989709103" sldId="277"/>
            <ac:spMk id="3" creationId="{00000000-0000-0000-0000-000000000000}"/>
          </ac:spMkLst>
        </pc:spChg>
      </pc:sldChg>
      <pc:sldChg chg="modSp mod">
        <pc:chgData name="Nurul Sarkar" userId="71db43f0-bfba-485f-96db-bcbe321ca22a" providerId="ADAL" clId="{A32F7D48-21EC-4252-8FE9-4C100CD064D4}" dt="2024-05-21T11:10:05.527" v="346" actId="1076"/>
        <pc:sldMkLst>
          <pc:docMk/>
          <pc:sldMk cId="122911656" sldId="278"/>
        </pc:sldMkLst>
        <pc:spChg chg="mod">
          <ac:chgData name="Nurul Sarkar" userId="71db43f0-bfba-485f-96db-bcbe321ca22a" providerId="ADAL" clId="{A32F7D48-21EC-4252-8FE9-4C100CD064D4}" dt="2024-05-17T02:57:15.219" v="170" actId="207"/>
          <ac:spMkLst>
            <pc:docMk/>
            <pc:sldMk cId="122911656" sldId="278"/>
            <ac:spMk id="2" creationId="{00000000-0000-0000-0000-000000000000}"/>
          </ac:spMkLst>
        </pc:spChg>
        <pc:spChg chg="mod">
          <ac:chgData name="Nurul Sarkar" userId="71db43f0-bfba-485f-96db-bcbe321ca22a" providerId="ADAL" clId="{A32F7D48-21EC-4252-8FE9-4C100CD064D4}" dt="2024-05-21T11:10:05.527" v="346" actId="1076"/>
          <ac:spMkLst>
            <pc:docMk/>
            <pc:sldMk cId="122911656" sldId="278"/>
            <ac:spMk id="6" creationId="{00000000-0000-0000-0000-000000000000}"/>
          </ac:spMkLst>
        </pc:spChg>
        <pc:picChg chg="mod">
          <ac:chgData name="Nurul Sarkar" userId="71db43f0-bfba-485f-96db-bcbe321ca22a" providerId="ADAL" clId="{A32F7D48-21EC-4252-8FE9-4C100CD064D4}" dt="2024-05-17T02:58:40.129" v="181" actId="14100"/>
          <ac:picMkLst>
            <pc:docMk/>
            <pc:sldMk cId="122911656" sldId="278"/>
            <ac:picMk id="8" creationId="{00000000-0000-0000-0000-000000000000}"/>
          </ac:picMkLst>
        </pc:picChg>
      </pc:sldChg>
      <pc:sldChg chg="modSp mod">
        <pc:chgData name="Nurul Sarkar" userId="71db43f0-bfba-485f-96db-bcbe321ca22a" providerId="ADAL" clId="{A32F7D48-21EC-4252-8FE9-4C100CD064D4}" dt="2024-05-17T03:00:16.320" v="192" actId="1076"/>
        <pc:sldMkLst>
          <pc:docMk/>
          <pc:sldMk cId="104727121" sldId="279"/>
        </pc:sldMkLst>
        <pc:spChg chg="mod">
          <ac:chgData name="Nurul Sarkar" userId="71db43f0-bfba-485f-96db-bcbe321ca22a" providerId="ADAL" clId="{A32F7D48-21EC-4252-8FE9-4C100CD064D4}" dt="2024-05-17T02:59:37.651" v="187" actId="14100"/>
          <ac:spMkLst>
            <pc:docMk/>
            <pc:sldMk cId="104727121" sldId="279"/>
            <ac:spMk id="2" creationId="{00000000-0000-0000-0000-000000000000}"/>
          </ac:spMkLst>
        </pc:spChg>
        <pc:spChg chg="mod">
          <ac:chgData name="Nurul Sarkar" userId="71db43f0-bfba-485f-96db-bcbe321ca22a" providerId="ADAL" clId="{A32F7D48-21EC-4252-8FE9-4C100CD064D4}" dt="2024-05-17T03:00:16.320" v="192" actId="1076"/>
          <ac:spMkLst>
            <pc:docMk/>
            <pc:sldMk cId="104727121" sldId="279"/>
            <ac:spMk id="6" creationId="{00000000-0000-0000-0000-000000000000}"/>
          </ac:spMkLst>
        </pc:spChg>
        <pc:picChg chg="mod">
          <ac:chgData name="Nurul Sarkar" userId="71db43f0-bfba-485f-96db-bcbe321ca22a" providerId="ADAL" clId="{A32F7D48-21EC-4252-8FE9-4C100CD064D4}" dt="2024-05-17T03:00:04.354" v="191" actId="14100"/>
          <ac:picMkLst>
            <pc:docMk/>
            <pc:sldMk cId="104727121" sldId="279"/>
            <ac:picMk id="8" creationId="{00000000-0000-0000-0000-000000000000}"/>
          </ac:picMkLst>
        </pc:picChg>
      </pc:sldChg>
      <pc:sldChg chg="modSp mod">
        <pc:chgData name="Nurul Sarkar" userId="71db43f0-bfba-485f-96db-bcbe321ca22a" providerId="ADAL" clId="{A32F7D48-21EC-4252-8FE9-4C100CD064D4}" dt="2024-05-21T23:29:07.366" v="748" actId="207"/>
        <pc:sldMkLst>
          <pc:docMk/>
          <pc:sldMk cId="2668287326" sldId="280"/>
        </pc:sldMkLst>
        <pc:spChg chg="mod">
          <ac:chgData name="Nurul Sarkar" userId="71db43f0-bfba-485f-96db-bcbe321ca22a" providerId="ADAL" clId="{A32F7D48-21EC-4252-8FE9-4C100CD064D4}" dt="2024-05-21T23:29:07.366" v="748" actId="207"/>
          <ac:spMkLst>
            <pc:docMk/>
            <pc:sldMk cId="2668287326" sldId="280"/>
            <ac:spMk id="8" creationId="{00000000-0000-0000-0000-000000000000}"/>
          </ac:spMkLst>
        </pc:spChg>
      </pc:sldChg>
      <pc:sldChg chg="modSp del mod">
        <pc:chgData name="Nurul Sarkar" userId="71db43f0-bfba-485f-96db-bcbe321ca22a" providerId="ADAL" clId="{A32F7D48-21EC-4252-8FE9-4C100CD064D4}" dt="2024-05-21T10:59:47.980" v="326" actId="2696"/>
        <pc:sldMkLst>
          <pc:docMk/>
          <pc:sldMk cId="411454138" sldId="281"/>
        </pc:sldMkLst>
        <pc:spChg chg="mod">
          <ac:chgData name="Nurul Sarkar" userId="71db43f0-bfba-485f-96db-bcbe321ca22a" providerId="ADAL" clId="{A32F7D48-21EC-4252-8FE9-4C100CD064D4}" dt="2024-05-17T03:00:47.552" v="194" actId="14100"/>
          <ac:spMkLst>
            <pc:docMk/>
            <pc:sldMk cId="411454138" sldId="281"/>
            <ac:spMk id="6" creationId="{00000000-0000-0000-0000-000000000000}"/>
          </ac:spMkLst>
        </pc:spChg>
      </pc:sldChg>
      <pc:sldChg chg="add">
        <pc:chgData name="Nurul Sarkar" userId="71db43f0-bfba-485f-96db-bcbe321ca22a" providerId="ADAL" clId="{A32F7D48-21EC-4252-8FE9-4C100CD064D4}" dt="2024-05-21T10:59:53.930" v="327"/>
        <pc:sldMkLst>
          <pc:docMk/>
          <pc:sldMk cId="2920394291" sldId="281"/>
        </pc:sldMkLst>
      </pc:sldChg>
      <pc:sldChg chg="add">
        <pc:chgData name="Nurul Sarkar" userId="71db43f0-bfba-485f-96db-bcbe321ca22a" providerId="ADAL" clId="{A32F7D48-21EC-4252-8FE9-4C100CD064D4}" dt="2024-05-21T10:59:53.930" v="327"/>
        <pc:sldMkLst>
          <pc:docMk/>
          <pc:sldMk cId="1445791463" sldId="282"/>
        </pc:sldMkLst>
      </pc:sldChg>
      <pc:sldChg chg="modSp del mod">
        <pc:chgData name="Nurul Sarkar" userId="71db43f0-bfba-485f-96db-bcbe321ca22a" providerId="ADAL" clId="{A32F7D48-21EC-4252-8FE9-4C100CD064D4}" dt="2024-05-21T10:59:47.980" v="326" actId="2696"/>
        <pc:sldMkLst>
          <pc:docMk/>
          <pc:sldMk cId="2949204892" sldId="282"/>
        </pc:sldMkLst>
        <pc:spChg chg="mod">
          <ac:chgData name="Nurul Sarkar" userId="71db43f0-bfba-485f-96db-bcbe321ca22a" providerId="ADAL" clId="{A32F7D48-21EC-4252-8FE9-4C100CD064D4}" dt="2024-05-17T03:01:01.521" v="198" actId="1076"/>
          <ac:spMkLst>
            <pc:docMk/>
            <pc:sldMk cId="2949204892" sldId="282"/>
            <ac:spMk id="7" creationId="{00000000-0000-0000-0000-000000000000}"/>
          </ac:spMkLst>
        </pc:spChg>
        <pc:spChg chg="mod">
          <ac:chgData name="Nurul Sarkar" userId="71db43f0-bfba-485f-96db-bcbe321ca22a" providerId="ADAL" clId="{A32F7D48-21EC-4252-8FE9-4C100CD064D4}" dt="2024-05-17T03:01:04.814" v="199" actId="1076"/>
          <ac:spMkLst>
            <pc:docMk/>
            <pc:sldMk cId="2949204892" sldId="282"/>
            <ac:spMk id="8" creationId="{00000000-0000-0000-0000-000000000000}"/>
          </ac:spMkLst>
        </pc:spChg>
      </pc:sldChg>
      <pc:sldChg chg="modSp mod">
        <pc:chgData name="Nurul Sarkar" userId="71db43f0-bfba-485f-96db-bcbe321ca22a" providerId="ADAL" clId="{A32F7D48-21EC-4252-8FE9-4C100CD064D4}" dt="2024-05-17T03:03:00.605" v="212" actId="14100"/>
        <pc:sldMkLst>
          <pc:docMk/>
          <pc:sldMk cId="4287126325" sldId="283"/>
        </pc:sldMkLst>
        <pc:spChg chg="mod">
          <ac:chgData name="Nurul Sarkar" userId="71db43f0-bfba-485f-96db-bcbe321ca22a" providerId="ADAL" clId="{A32F7D48-21EC-4252-8FE9-4C100CD064D4}" dt="2024-05-17T03:01:14.614" v="200" actId="1076"/>
          <ac:spMkLst>
            <pc:docMk/>
            <pc:sldMk cId="4287126325" sldId="283"/>
            <ac:spMk id="2" creationId="{00000000-0000-0000-0000-000000000000}"/>
          </ac:spMkLst>
        </pc:spChg>
        <pc:spChg chg="mod">
          <ac:chgData name="Nurul Sarkar" userId="71db43f0-bfba-485f-96db-bcbe321ca22a" providerId="ADAL" clId="{A32F7D48-21EC-4252-8FE9-4C100CD064D4}" dt="2024-05-17T03:03:00.605" v="212" actId="14100"/>
          <ac:spMkLst>
            <pc:docMk/>
            <pc:sldMk cId="4287126325" sldId="283"/>
            <ac:spMk id="3" creationId="{00000000-0000-0000-0000-000000000000}"/>
          </ac:spMkLst>
        </pc:spChg>
      </pc:sldChg>
      <pc:sldChg chg="modSp mod">
        <pc:chgData name="Nurul Sarkar" userId="71db43f0-bfba-485f-96db-bcbe321ca22a" providerId="ADAL" clId="{A32F7D48-21EC-4252-8FE9-4C100CD064D4}" dt="2024-05-17T03:03:35.132" v="214" actId="20577"/>
        <pc:sldMkLst>
          <pc:docMk/>
          <pc:sldMk cId="3085711624" sldId="284"/>
        </pc:sldMkLst>
        <pc:spChg chg="mod">
          <ac:chgData name="Nurul Sarkar" userId="71db43f0-bfba-485f-96db-bcbe321ca22a" providerId="ADAL" clId="{A32F7D48-21EC-4252-8FE9-4C100CD064D4}" dt="2024-05-17T03:03:35.132" v="214" actId="20577"/>
          <ac:spMkLst>
            <pc:docMk/>
            <pc:sldMk cId="3085711624" sldId="284"/>
            <ac:spMk id="3" creationId="{00000000-0000-0000-0000-000000000000}"/>
          </ac:spMkLst>
        </pc:spChg>
      </pc:sldChg>
      <pc:sldChg chg="del">
        <pc:chgData name="Nurul Sarkar" userId="71db43f0-bfba-485f-96db-bcbe321ca22a" providerId="ADAL" clId="{A32F7D48-21EC-4252-8FE9-4C100CD064D4}" dt="2024-05-21T11:03:00.747" v="328" actId="2696"/>
        <pc:sldMkLst>
          <pc:docMk/>
          <pc:sldMk cId="11114126" sldId="285"/>
        </pc:sldMkLst>
      </pc:sldChg>
      <pc:sldChg chg="add">
        <pc:chgData name="Nurul Sarkar" userId="71db43f0-bfba-485f-96db-bcbe321ca22a" providerId="ADAL" clId="{A32F7D48-21EC-4252-8FE9-4C100CD064D4}" dt="2024-05-21T11:03:08.207" v="329"/>
        <pc:sldMkLst>
          <pc:docMk/>
          <pc:sldMk cId="2314118928" sldId="285"/>
        </pc:sldMkLst>
      </pc:sldChg>
      <pc:sldChg chg="add">
        <pc:chgData name="Nurul Sarkar" userId="71db43f0-bfba-485f-96db-bcbe321ca22a" providerId="ADAL" clId="{A32F7D48-21EC-4252-8FE9-4C100CD064D4}" dt="2024-05-21T11:03:08.207" v="329"/>
        <pc:sldMkLst>
          <pc:docMk/>
          <pc:sldMk cId="862580702" sldId="286"/>
        </pc:sldMkLst>
      </pc:sldChg>
      <pc:sldChg chg="del">
        <pc:chgData name="Nurul Sarkar" userId="71db43f0-bfba-485f-96db-bcbe321ca22a" providerId="ADAL" clId="{A32F7D48-21EC-4252-8FE9-4C100CD064D4}" dt="2024-05-21T11:03:00.747" v="328" actId="2696"/>
        <pc:sldMkLst>
          <pc:docMk/>
          <pc:sldMk cId="1146905981" sldId="286"/>
        </pc:sldMkLst>
      </pc:sldChg>
      <pc:sldChg chg="del">
        <pc:chgData name="Nurul Sarkar" userId="71db43f0-bfba-485f-96db-bcbe321ca22a" providerId="ADAL" clId="{A32F7D48-21EC-4252-8FE9-4C100CD064D4}" dt="2024-05-21T11:03:00.747" v="328" actId="2696"/>
        <pc:sldMkLst>
          <pc:docMk/>
          <pc:sldMk cId="2006562446" sldId="287"/>
        </pc:sldMkLst>
      </pc:sldChg>
      <pc:sldChg chg="add">
        <pc:chgData name="Nurul Sarkar" userId="71db43f0-bfba-485f-96db-bcbe321ca22a" providerId="ADAL" clId="{A32F7D48-21EC-4252-8FE9-4C100CD064D4}" dt="2024-05-21T11:03:08.207" v="329"/>
        <pc:sldMkLst>
          <pc:docMk/>
          <pc:sldMk cId="3542794137" sldId="287"/>
        </pc:sldMkLst>
      </pc:sldChg>
      <pc:sldChg chg="del">
        <pc:chgData name="Nurul Sarkar" userId="71db43f0-bfba-485f-96db-bcbe321ca22a" providerId="ADAL" clId="{A32F7D48-21EC-4252-8FE9-4C100CD064D4}" dt="2024-05-21T11:03:00.747" v="328" actId="2696"/>
        <pc:sldMkLst>
          <pc:docMk/>
          <pc:sldMk cId="718613105" sldId="288"/>
        </pc:sldMkLst>
      </pc:sldChg>
      <pc:sldChg chg="add">
        <pc:chgData name="Nurul Sarkar" userId="71db43f0-bfba-485f-96db-bcbe321ca22a" providerId="ADAL" clId="{A32F7D48-21EC-4252-8FE9-4C100CD064D4}" dt="2024-05-21T11:03:08.207" v="329"/>
        <pc:sldMkLst>
          <pc:docMk/>
          <pc:sldMk cId="3831714079" sldId="288"/>
        </pc:sldMkLst>
      </pc:sldChg>
      <pc:sldChg chg="del">
        <pc:chgData name="Nurul Sarkar" userId="71db43f0-bfba-485f-96db-bcbe321ca22a" providerId="ADAL" clId="{A32F7D48-21EC-4252-8FE9-4C100CD064D4}" dt="2024-05-21T11:03:00.747" v="328" actId="2696"/>
        <pc:sldMkLst>
          <pc:docMk/>
          <pc:sldMk cId="1180050794" sldId="289"/>
        </pc:sldMkLst>
      </pc:sldChg>
      <pc:sldChg chg="add">
        <pc:chgData name="Nurul Sarkar" userId="71db43f0-bfba-485f-96db-bcbe321ca22a" providerId="ADAL" clId="{A32F7D48-21EC-4252-8FE9-4C100CD064D4}" dt="2024-05-21T11:03:08.207" v="329"/>
        <pc:sldMkLst>
          <pc:docMk/>
          <pc:sldMk cId="2541707112" sldId="289"/>
        </pc:sldMkLst>
      </pc:sldChg>
      <pc:sldChg chg="del">
        <pc:chgData name="Nurul Sarkar" userId="71db43f0-bfba-485f-96db-bcbe321ca22a" providerId="ADAL" clId="{A32F7D48-21EC-4252-8FE9-4C100CD064D4}" dt="2024-05-21T11:03:00.747" v="328" actId="2696"/>
        <pc:sldMkLst>
          <pc:docMk/>
          <pc:sldMk cId="2133023069" sldId="290"/>
        </pc:sldMkLst>
      </pc:sldChg>
      <pc:sldChg chg="add">
        <pc:chgData name="Nurul Sarkar" userId="71db43f0-bfba-485f-96db-bcbe321ca22a" providerId="ADAL" clId="{A32F7D48-21EC-4252-8FE9-4C100CD064D4}" dt="2024-05-21T11:03:08.207" v="329"/>
        <pc:sldMkLst>
          <pc:docMk/>
          <pc:sldMk cId="2200434946" sldId="290"/>
        </pc:sldMkLst>
      </pc:sldChg>
      <pc:sldChg chg="del">
        <pc:chgData name="Nurul Sarkar" userId="71db43f0-bfba-485f-96db-bcbe321ca22a" providerId="ADAL" clId="{A32F7D48-21EC-4252-8FE9-4C100CD064D4}" dt="2024-05-21T11:03:00.747" v="328" actId="2696"/>
        <pc:sldMkLst>
          <pc:docMk/>
          <pc:sldMk cId="254049842" sldId="291"/>
        </pc:sldMkLst>
      </pc:sldChg>
      <pc:sldChg chg="add">
        <pc:chgData name="Nurul Sarkar" userId="71db43f0-bfba-485f-96db-bcbe321ca22a" providerId="ADAL" clId="{A32F7D48-21EC-4252-8FE9-4C100CD064D4}" dt="2024-05-21T11:03:08.207" v="329"/>
        <pc:sldMkLst>
          <pc:docMk/>
          <pc:sldMk cId="2080368480" sldId="291"/>
        </pc:sldMkLst>
      </pc:sldChg>
      <pc:sldChg chg="add">
        <pc:chgData name="Nurul Sarkar" userId="71db43f0-bfba-485f-96db-bcbe321ca22a" providerId="ADAL" clId="{A32F7D48-21EC-4252-8FE9-4C100CD064D4}" dt="2024-05-21T11:03:08.207" v="329"/>
        <pc:sldMkLst>
          <pc:docMk/>
          <pc:sldMk cId="175086699" sldId="292"/>
        </pc:sldMkLst>
      </pc:sldChg>
      <pc:sldChg chg="del">
        <pc:chgData name="Nurul Sarkar" userId="71db43f0-bfba-485f-96db-bcbe321ca22a" providerId="ADAL" clId="{A32F7D48-21EC-4252-8FE9-4C100CD064D4}" dt="2024-05-21T11:03:00.747" v="328" actId="2696"/>
        <pc:sldMkLst>
          <pc:docMk/>
          <pc:sldMk cId="1825530558" sldId="292"/>
        </pc:sldMkLst>
      </pc:sldChg>
      <pc:sldChg chg="modSp mod">
        <pc:chgData name="Nurul Sarkar" userId="71db43f0-bfba-485f-96db-bcbe321ca22a" providerId="ADAL" clId="{A32F7D48-21EC-4252-8FE9-4C100CD064D4}" dt="2024-05-21T11:11:29.696" v="357" actId="14100"/>
        <pc:sldMkLst>
          <pc:docMk/>
          <pc:sldMk cId="3084293024" sldId="293"/>
        </pc:sldMkLst>
        <pc:spChg chg="mod">
          <ac:chgData name="Nurul Sarkar" userId="71db43f0-bfba-485f-96db-bcbe321ca22a" providerId="ADAL" clId="{A32F7D48-21EC-4252-8FE9-4C100CD064D4}" dt="2024-05-21T11:10:23.496" v="347" actId="1076"/>
          <ac:spMkLst>
            <pc:docMk/>
            <pc:sldMk cId="3084293024" sldId="293"/>
            <ac:spMk id="2" creationId="{00000000-0000-0000-0000-000000000000}"/>
          </ac:spMkLst>
        </pc:spChg>
        <pc:spChg chg="mod">
          <ac:chgData name="Nurul Sarkar" userId="71db43f0-bfba-485f-96db-bcbe321ca22a" providerId="ADAL" clId="{A32F7D48-21EC-4252-8FE9-4C100CD064D4}" dt="2024-05-21T11:11:17.338" v="354" actId="20577"/>
          <ac:spMkLst>
            <pc:docMk/>
            <pc:sldMk cId="3084293024" sldId="293"/>
            <ac:spMk id="6" creationId="{00000000-0000-0000-0000-000000000000}"/>
          </ac:spMkLst>
        </pc:spChg>
        <pc:picChg chg="mod">
          <ac:chgData name="Nurul Sarkar" userId="71db43f0-bfba-485f-96db-bcbe321ca22a" providerId="ADAL" clId="{A32F7D48-21EC-4252-8FE9-4C100CD064D4}" dt="2024-05-21T11:11:29.696" v="357" actId="14100"/>
          <ac:picMkLst>
            <pc:docMk/>
            <pc:sldMk cId="3084293024" sldId="293"/>
            <ac:picMk id="8" creationId="{00000000-0000-0000-0000-000000000000}"/>
          </ac:picMkLst>
        </pc:picChg>
      </pc:sldChg>
      <pc:sldChg chg="modSp mod">
        <pc:chgData name="Nurul Sarkar" userId="71db43f0-bfba-485f-96db-bcbe321ca22a" providerId="ADAL" clId="{A32F7D48-21EC-4252-8FE9-4C100CD064D4}" dt="2024-05-21T11:07:54.174" v="339" actId="207"/>
        <pc:sldMkLst>
          <pc:docMk/>
          <pc:sldMk cId="424657784" sldId="294"/>
        </pc:sldMkLst>
        <pc:spChg chg="mod">
          <ac:chgData name="Nurul Sarkar" userId="71db43f0-bfba-485f-96db-bcbe321ca22a" providerId="ADAL" clId="{A32F7D48-21EC-4252-8FE9-4C100CD064D4}" dt="2024-05-21T11:07:54.174" v="339" actId="207"/>
          <ac:spMkLst>
            <pc:docMk/>
            <pc:sldMk cId="424657784" sldId="294"/>
            <ac:spMk id="7" creationId="{00000000-0000-0000-0000-000000000000}"/>
          </ac:spMkLst>
        </pc:spChg>
      </pc:sldChg>
      <pc:sldChg chg="modSp mod">
        <pc:chgData name="Nurul Sarkar" userId="71db43f0-bfba-485f-96db-bcbe321ca22a" providerId="ADAL" clId="{A32F7D48-21EC-4252-8FE9-4C100CD064D4}" dt="2024-05-21T23:27:26.968" v="729" actId="207"/>
        <pc:sldMkLst>
          <pc:docMk/>
          <pc:sldMk cId="4081487446" sldId="295"/>
        </pc:sldMkLst>
        <pc:spChg chg="mod">
          <ac:chgData name="Nurul Sarkar" userId="71db43f0-bfba-485f-96db-bcbe321ca22a" providerId="ADAL" clId="{A32F7D48-21EC-4252-8FE9-4C100CD064D4}" dt="2024-05-21T23:26:24.522" v="722" actId="1076"/>
          <ac:spMkLst>
            <pc:docMk/>
            <pc:sldMk cId="4081487446" sldId="295"/>
            <ac:spMk id="7" creationId="{00000000-0000-0000-0000-000000000000}"/>
          </ac:spMkLst>
        </pc:spChg>
        <pc:spChg chg="mod">
          <ac:chgData name="Nurul Sarkar" userId="71db43f0-bfba-485f-96db-bcbe321ca22a" providerId="ADAL" clId="{A32F7D48-21EC-4252-8FE9-4C100CD064D4}" dt="2024-05-21T23:27:26.968" v="729" actId="207"/>
          <ac:spMkLst>
            <pc:docMk/>
            <pc:sldMk cId="4081487446" sldId="295"/>
            <ac:spMk id="8" creationId="{00000000-0000-0000-0000-000000000000}"/>
          </ac:spMkLst>
        </pc:spChg>
        <pc:picChg chg="mod">
          <ac:chgData name="Nurul Sarkar" userId="71db43f0-bfba-485f-96db-bcbe321ca22a" providerId="ADAL" clId="{A32F7D48-21EC-4252-8FE9-4C100CD064D4}" dt="2024-05-21T23:26:28.844" v="723" actId="14100"/>
          <ac:picMkLst>
            <pc:docMk/>
            <pc:sldMk cId="4081487446" sldId="295"/>
            <ac:picMk id="3" creationId="{00000000-0000-0000-0000-000000000000}"/>
          </ac:picMkLst>
        </pc:picChg>
      </pc:sldChg>
      <pc:sldChg chg="modSp mod">
        <pc:chgData name="Nurul Sarkar" userId="71db43f0-bfba-485f-96db-bcbe321ca22a" providerId="ADAL" clId="{A32F7D48-21EC-4252-8FE9-4C100CD064D4}" dt="2024-05-21T23:25:59.306" v="719" actId="207"/>
        <pc:sldMkLst>
          <pc:docMk/>
          <pc:sldMk cId="2749466062" sldId="296"/>
        </pc:sldMkLst>
        <pc:spChg chg="mod">
          <ac:chgData name="Nurul Sarkar" userId="71db43f0-bfba-485f-96db-bcbe321ca22a" providerId="ADAL" clId="{A32F7D48-21EC-4252-8FE9-4C100CD064D4}" dt="2024-05-21T11:11:51.085" v="360" actId="1076"/>
          <ac:spMkLst>
            <pc:docMk/>
            <pc:sldMk cId="2749466062" sldId="296"/>
            <ac:spMk id="7" creationId="{00000000-0000-0000-0000-000000000000}"/>
          </ac:spMkLst>
        </pc:spChg>
        <pc:spChg chg="mod">
          <ac:chgData name="Nurul Sarkar" userId="71db43f0-bfba-485f-96db-bcbe321ca22a" providerId="ADAL" clId="{A32F7D48-21EC-4252-8FE9-4C100CD064D4}" dt="2024-05-21T23:25:59.306" v="719" actId="207"/>
          <ac:spMkLst>
            <pc:docMk/>
            <pc:sldMk cId="2749466062" sldId="296"/>
            <ac:spMk id="8" creationId="{00000000-0000-0000-0000-000000000000}"/>
          </ac:spMkLst>
        </pc:spChg>
      </pc:sldChg>
      <pc:sldChg chg="add">
        <pc:chgData name="Nurul Sarkar" userId="71db43f0-bfba-485f-96db-bcbe321ca22a" providerId="ADAL" clId="{A32F7D48-21EC-4252-8FE9-4C100CD064D4}" dt="2024-05-21T11:05:06.245" v="331"/>
        <pc:sldMkLst>
          <pc:docMk/>
          <pc:sldMk cId="680240996" sldId="297"/>
        </pc:sldMkLst>
      </pc:sldChg>
      <pc:sldChg chg="del">
        <pc:chgData name="Nurul Sarkar" userId="71db43f0-bfba-485f-96db-bcbe321ca22a" providerId="ADAL" clId="{A32F7D48-21EC-4252-8FE9-4C100CD064D4}" dt="2024-05-21T11:04:59.960" v="330" actId="2696"/>
        <pc:sldMkLst>
          <pc:docMk/>
          <pc:sldMk cId="1660320841" sldId="297"/>
        </pc:sldMkLst>
      </pc:sldChg>
      <pc:sldChg chg="del">
        <pc:chgData name="Nurul Sarkar" userId="71db43f0-bfba-485f-96db-bcbe321ca22a" providerId="ADAL" clId="{A32F7D48-21EC-4252-8FE9-4C100CD064D4}" dt="2024-05-21T11:04:59.960" v="330" actId="2696"/>
        <pc:sldMkLst>
          <pc:docMk/>
          <pc:sldMk cId="149117064" sldId="298"/>
        </pc:sldMkLst>
      </pc:sldChg>
      <pc:sldChg chg="add">
        <pc:chgData name="Nurul Sarkar" userId="71db43f0-bfba-485f-96db-bcbe321ca22a" providerId="ADAL" clId="{A32F7D48-21EC-4252-8FE9-4C100CD064D4}" dt="2024-05-21T11:05:06.245" v="331"/>
        <pc:sldMkLst>
          <pc:docMk/>
          <pc:sldMk cId="4190142691" sldId="298"/>
        </pc:sldMkLst>
      </pc:sldChg>
      <pc:sldChg chg="del">
        <pc:chgData name="Nurul Sarkar" userId="71db43f0-bfba-485f-96db-bcbe321ca22a" providerId="ADAL" clId="{A32F7D48-21EC-4252-8FE9-4C100CD064D4}" dt="2024-05-21T11:04:59.960" v="330" actId="2696"/>
        <pc:sldMkLst>
          <pc:docMk/>
          <pc:sldMk cId="3334540443" sldId="299"/>
        </pc:sldMkLst>
      </pc:sldChg>
      <pc:sldChg chg="add">
        <pc:chgData name="Nurul Sarkar" userId="71db43f0-bfba-485f-96db-bcbe321ca22a" providerId="ADAL" clId="{A32F7D48-21EC-4252-8FE9-4C100CD064D4}" dt="2024-05-21T11:05:06.245" v="331"/>
        <pc:sldMkLst>
          <pc:docMk/>
          <pc:sldMk cId="3576918562" sldId="299"/>
        </pc:sldMkLst>
      </pc:sldChg>
      <pc:sldChg chg="del">
        <pc:chgData name="Nurul Sarkar" userId="71db43f0-bfba-485f-96db-bcbe321ca22a" providerId="ADAL" clId="{A32F7D48-21EC-4252-8FE9-4C100CD064D4}" dt="2024-05-21T11:04:59.960" v="330" actId="2696"/>
        <pc:sldMkLst>
          <pc:docMk/>
          <pc:sldMk cId="1290154233" sldId="300"/>
        </pc:sldMkLst>
      </pc:sldChg>
      <pc:sldChg chg="add">
        <pc:chgData name="Nurul Sarkar" userId="71db43f0-bfba-485f-96db-bcbe321ca22a" providerId="ADAL" clId="{A32F7D48-21EC-4252-8FE9-4C100CD064D4}" dt="2024-05-21T11:05:06.245" v="331"/>
        <pc:sldMkLst>
          <pc:docMk/>
          <pc:sldMk cId="3666361418" sldId="300"/>
        </pc:sldMkLst>
      </pc:sldChg>
      <pc:sldChg chg="add">
        <pc:chgData name="Nurul Sarkar" userId="71db43f0-bfba-485f-96db-bcbe321ca22a" providerId="ADAL" clId="{A32F7D48-21EC-4252-8FE9-4C100CD064D4}" dt="2024-05-21T11:14:02.924" v="371"/>
        <pc:sldMkLst>
          <pc:docMk/>
          <pc:sldMk cId="1646617950" sldId="301"/>
        </pc:sldMkLst>
      </pc:sldChg>
      <pc:sldChg chg="modSp del mod">
        <pc:chgData name="Nurul Sarkar" userId="71db43f0-bfba-485f-96db-bcbe321ca22a" providerId="ADAL" clId="{A32F7D48-21EC-4252-8FE9-4C100CD064D4}" dt="2024-05-21T11:13:16.588" v="370" actId="2696"/>
        <pc:sldMkLst>
          <pc:docMk/>
          <pc:sldMk cId="4033447008" sldId="301"/>
        </pc:sldMkLst>
        <pc:spChg chg="mod">
          <ac:chgData name="Nurul Sarkar" userId="71db43f0-bfba-485f-96db-bcbe321ca22a" providerId="ADAL" clId="{A32F7D48-21EC-4252-8FE9-4C100CD064D4}" dt="2024-05-21T11:12:14.029" v="366" actId="1076"/>
          <ac:spMkLst>
            <pc:docMk/>
            <pc:sldMk cId="4033447008" sldId="301"/>
            <ac:spMk id="2" creationId="{00000000-0000-0000-0000-000000000000}"/>
          </ac:spMkLst>
        </pc:spChg>
        <pc:spChg chg="mod">
          <ac:chgData name="Nurul Sarkar" userId="71db43f0-bfba-485f-96db-bcbe321ca22a" providerId="ADAL" clId="{A32F7D48-21EC-4252-8FE9-4C100CD064D4}" dt="2024-05-21T11:12:32.281" v="369" actId="20577"/>
          <ac:spMkLst>
            <pc:docMk/>
            <pc:sldMk cId="4033447008" sldId="301"/>
            <ac:spMk id="3" creationId="{00000000-0000-0000-0000-000000000000}"/>
          </ac:spMkLst>
        </pc:spChg>
      </pc:sldChg>
      <pc:sldChg chg="modSp mod">
        <pc:chgData name="Nurul Sarkar" userId="71db43f0-bfba-485f-96db-bcbe321ca22a" providerId="ADAL" clId="{A32F7D48-21EC-4252-8FE9-4C100CD064D4}" dt="2024-05-21T23:25:21.060" v="717" actId="20577"/>
        <pc:sldMkLst>
          <pc:docMk/>
          <pc:sldMk cId="1964234617" sldId="302"/>
        </pc:sldMkLst>
        <pc:spChg chg="mod">
          <ac:chgData name="Nurul Sarkar" userId="71db43f0-bfba-485f-96db-bcbe321ca22a" providerId="ADAL" clId="{A32F7D48-21EC-4252-8FE9-4C100CD064D4}" dt="2024-05-21T11:07:38.254" v="335" actId="207"/>
          <ac:spMkLst>
            <pc:docMk/>
            <pc:sldMk cId="1964234617" sldId="302"/>
            <ac:spMk id="2" creationId="{00000000-0000-0000-0000-000000000000}"/>
          </ac:spMkLst>
        </pc:spChg>
        <pc:spChg chg="mod">
          <ac:chgData name="Nurul Sarkar" userId="71db43f0-bfba-485f-96db-bcbe321ca22a" providerId="ADAL" clId="{A32F7D48-21EC-4252-8FE9-4C100CD064D4}" dt="2024-05-21T23:25:21.060" v="717" actId="20577"/>
          <ac:spMkLst>
            <pc:docMk/>
            <pc:sldMk cId="1964234617" sldId="302"/>
            <ac:spMk id="9" creationId="{00000000-0000-0000-0000-000000000000}"/>
          </ac:spMkLst>
        </pc:spChg>
      </pc:sldChg>
      <pc:sldChg chg="add">
        <pc:chgData name="Nurul Sarkar" userId="71db43f0-bfba-485f-96db-bcbe321ca22a" providerId="ADAL" clId="{A32F7D48-21EC-4252-8FE9-4C100CD064D4}" dt="2024-05-21T11:06:53.742" v="333"/>
        <pc:sldMkLst>
          <pc:docMk/>
          <pc:sldMk cId="96851350" sldId="303"/>
        </pc:sldMkLst>
      </pc:sldChg>
      <pc:sldChg chg="del">
        <pc:chgData name="Nurul Sarkar" userId="71db43f0-bfba-485f-96db-bcbe321ca22a" providerId="ADAL" clId="{A32F7D48-21EC-4252-8FE9-4C100CD064D4}" dt="2024-05-21T11:06:49.394" v="332" actId="2696"/>
        <pc:sldMkLst>
          <pc:docMk/>
          <pc:sldMk cId="2962245152" sldId="303"/>
        </pc:sldMkLst>
      </pc:sldChg>
      <pc:sldChg chg="add">
        <pc:chgData name="Nurul Sarkar" userId="71db43f0-bfba-485f-96db-bcbe321ca22a" providerId="ADAL" clId="{A32F7D48-21EC-4252-8FE9-4C100CD064D4}" dt="2024-05-21T11:06:53.742" v="333"/>
        <pc:sldMkLst>
          <pc:docMk/>
          <pc:sldMk cId="2769756811" sldId="304"/>
        </pc:sldMkLst>
      </pc:sldChg>
      <pc:sldChg chg="del">
        <pc:chgData name="Nurul Sarkar" userId="71db43f0-bfba-485f-96db-bcbe321ca22a" providerId="ADAL" clId="{A32F7D48-21EC-4252-8FE9-4C100CD064D4}" dt="2024-05-21T11:06:49.394" v="332" actId="2696"/>
        <pc:sldMkLst>
          <pc:docMk/>
          <pc:sldMk cId="2969311210" sldId="304"/>
        </pc:sldMkLst>
      </pc:sldChg>
      <pc:sldChg chg="add">
        <pc:chgData name="Nurul Sarkar" userId="71db43f0-bfba-485f-96db-bcbe321ca22a" providerId="ADAL" clId="{A32F7D48-21EC-4252-8FE9-4C100CD064D4}" dt="2024-05-21T11:06:53.742" v="333"/>
        <pc:sldMkLst>
          <pc:docMk/>
          <pc:sldMk cId="470504740" sldId="305"/>
        </pc:sldMkLst>
      </pc:sldChg>
      <pc:sldChg chg="del">
        <pc:chgData name="Nurul Sarkar" userId="71db43f0-bfba-485f-96db-bcbe321ca22a" providerId="ADAL" clId="{A32F7D48-21EC-4252-8FE9-4C100CD064D4}" dt="2024-05-21T11:06:49.394" v="332" actId="2696"/>
        <pc:sldMkLst>
          <pc:docMk/>
          <pc:sldMk cId="1996633943" sldId="305"/>
        </pc:sldMkLst>
      </pc:sldChg>
      <pc:sldChg chg="del">
        <pc:chgData name="Nurul Sarkar" userId="71db43f0-bfba-485f-96db-bcbe321ca22a" providerId="ADAL" clId="{A32F7D48-21EC-4252-8FE9-4C100CD064D4}" dt="2024-05-21T11:06:49.394" v="332" actId="2696"/>
        <pc:sldMkLst>
          <pc:docMk/>
          <pc:sldMk cId="275924777" sldId="306"/>
        </pc:sldMkLst>
      </pc:sldChg>
      <pc:sldChg chg="add">
        <pc:chgData name="Nurul Sarkar" userId="71db43f0-bfba-485f-96db-bcbe321ca22a" providerId="ADAL" clId="{A32F7D48-21EC-4252-8FE9-4C100CD064D4}" dt="2024-05-21T11:06:53.742" v="333"/>
        <pc:sldMkLst>
          <pc:docMk/>
          <pc:sldMk cId="3040563777" sldId="306"/>
        </pc:sldMkLst>
      </pc:sldChg>
      <pc:sldChg chg="add">
        <pc:chgData name="Nurul Sarkar" userId="71db43f0-bfba-485f-96db-bcbe321ca22a" providerId="ADAL" clId="{A32F7D48-21EC-4252-8FE9-4C100CD064D4}" dt="2024-05-21T11:06:53.742" v="333"/>
        <pc:sldMkLst>
          <pc:docMk/>
          <pc:sldMk cId="387895889" sldId="307"/>
        </pc:sldMkLst>
      </pc:sldChg>
      <pc:sldChg chg="del">
        <pc:chgData name="Nurul Sarkar" userId="71db43f0-bfba-485f-96db-bcbe321ca22a" providerId="ADAL" clId="{A32F7D48-21EC-4252-8FE9-4C100CD064D4}" dt="2024-05-21T11:06:49.394" v="332" actId="2696"/>
        <pc:sldMkLst>
          <pc:docMk/>
          <pc:sldMk cId="3961568834" sldId="307"/>
        </pc:sldMkLst>
      </pc:sldChg>
      <pc:sldChg chg="del">
        <pc:chgData name="Nurul Sarkar" userId="71db43f0-bfba-485f-96db-bcbe321ca22a" providerId="ADAL" clId="{A32F7D48-21EC-4252-8FE9-4C100CD064D4}" dt="2024-05-21T11:06:49.394" v="332" actId="2696"/>
        <pc:sldMkLst>
          <pc:docMk/>
          <pc:sldMk cId="1322167844" sldId="308"/>
        </pc:sldMkLst>
      </pc:sldChg>
      <pc:sldChg chg="add">
        <pc:chgData name="Nurul Sarkar" userId="71db43f0-bfba-485f-96db-bcbe321ca22a" providerId="ADAL" clId="{A32F7D48-21EC-4252-8FE9-4C100CD064D4}" dt="2024-05-21T11:06:53.742" v="333"/>
        <pc:sldMkLst>
          <pc:docMk/>
          <pc:sldMk cId="2162680791" sldId="308"/>
        </pc:sldMkLst>
      </pc:sldChg>
      <pc:sldChg chg="del">
        <pc:chgData name="Nurul Sarkar" userId="71db43f0-bfba-485f-96db-bcbe321ca22a" providerId="ADAL" clId="{A32F7D48-21EC-4252-8FE9-4C100CD064D4}" dt="2024-05-21T11:06:49.394" v="332" actId="2696"/>
        <pc:sldMkLst>
          <pc:docMk/>
          <pc:sldMk cId="2069602100" sldId="309"/>
        </pc:sldMkLst>
      </pc:sldChg>
      <pc:sldChg chg="add">
        <pc:chgData name="Nurul Sarkar" userId="71db43f0-bfba-485f-96db-bcbe321ca22a" providerId="ADAL" clId="{A32F7D48-21EC-4252-8FE9-4C100CD064D4}" dt="2024-05-21T11:06:53.742" v="333"/>
        <pc:sldMkLst>
          <pc:docMk/>
          <pc:sldMk cId="3561321183" sldId="309"/>
        </pc:sldMkLst>
      </pc:sldChg>
      <pc:sldChg chg="del">
        <pc:chgData name="Nurul Sarkar" userId="71db43f0-bfba-485f-96db-bcbe321ca22a" providerId="ADAL" clId="{A32F7D48-21EC-4252-8FE9-4C100CD064D4}" dt="2024-05-21T11:06:49.394" v="332" actId="2696"/>
        <pc:sldMkLst>
          <pc:docMk/>
          <pc:sldMk cId="887808956" sldId="310"/>
        </pc:sldMkLst>
      </pc:sldChg>
      <pc:sldChg chg="add">
        <pc:chgData name="Nurul Sarkar" userId="71db43f0-bfba-485f-96db-bcbe321ca22a" providerId="ADAL" clId="{A32F7D48-21EC-4252-8FE9-4C100CD064D4}" dt="2024-05-21T11:06:53.742" v="333"/>
        <pc:sldMkLst>
          <pc:docMk/>
          <pc:sldMk cId="1373874996" sldId="310"/>
        </pc:sldMkLst>
      </pc:sldChg>
      <pc:sldChg chg="del">
        <pc:chgData name="Nurul Sarkar" userId="71db43f0-bfba-485f-96db-bcbe321ca22a" providerId="ADAL" clId="{A32F7D48-21EC-4252-8FE9-4C100CD064D4}" dt="2024-05-21T11:06:49.394" v="332" actId="2696"/>
        <pc:sldMkLst>
          <pc:docMk/>
          <pc:sldMk cId="17103505" sldId="311"/>
        </pc:sldMkLst>
      </pc:sldChg>
      <pc:sldChg chg="add">
        <pc:chgData name="Nurul Sarkar" userId="71db43f0-bfba-485f-96db-bcbe321ca22a" providerId="ADAL" clId="{A32F7D48-21EC-4252-8FE9-4C100CD064D4}" dt="2024-05-21T11:06:53.742" v="333"/>
        <pc:sldMkLst>
          <pc:docMk/>
          <pc:sldMk cId="2419603086" sldId="311"/>
        </pc:sldMkLst>
      </pc:sldChg>
      <pc:sldChg chg="del">
        <pc:chgData name="Nurul Sarkar" userId="71db43f0-bfba-485f-96db-bcbe321ca22a" providerId="ADAL" clId="{A32F7D48-21EC-4252-8FE9-4C100CD064D4}" dt="2024-05-21T11:06:49.394" v="332" actId="2696"/>
        <pc:sldMkLst>
          <pc:docMk/>
          <pc:sldMk cId="1198579118" sldId="312"/>
        </pc:sldMkLst>
      </pc:sldChg>
      <pc:sldChg chg="add">
        <pc:chgData name="Nurul Sarkar" userId="71db43f0-bfba-485f-96db-bcbe321ca22a" providerId="ADAL" clId="{A32F7D48-21EC-4252-8FE9-4C100CD064D4}" dt="2024-05-21T11:06:53.742" v="333"/>
        <pc:sldMkLst>
          <pc:docMk/>
          <pc:sldMk cId="3279476363" sldId="312"/>
        </pc:sldMkLst>
      </pc:sldChg>
      <pc:sldChg chg="add">
        <pc:chgData name="Nurul Sarkar" userId="71db43f0-bfba-485f-96db-bcbe321ca22a" providerId="ADAL" clId="{A32F7D48-21EC-4252-8FE9-4C100CD064D4}" dt="2024-05-21T11:06:53.742" v="333"/>
        <pc:sldMkLst>
          <pc:docMk/>
          <pc:sldMk cId="1569862578" sldId="313"/>
        </pc:sldMkLst>
      </pc:sldChg>
      <pc:sldChg chg="del">
        <pc:chgData name="Nurul Sarkar" userId="71db43f0-bfba-485f-96db-bcbe321ca22a" providerId="ADAL" clId="{A32F7D48-21EC-4252-8FE9-4C100CD064D4}" dt="2024-05-21T11:06:49.394" v="332" actId="2696"/>
        <pc:sldMkLst>
          <pc:docMk/>
          <pc:sldMk cId="3039766630" sldId="313"/>
        </pc:sldMkLst>
      </pc:sldChg>
      <pc:sldChg chg="del">
        <pc:chgData name="Nurul Sarkar" userId="71db43f0-bfba-485f-96db-bcbe321ca22a" providerId="ADAL" clId="{A32F7D48-21EC-4252-8FE9-4C100CD064D4}" dt="2024-05-21T11:06:49.394" v="332" actId="2696"/>
        <pc:sldMkLst>
          <pc:docMk/>
          <pc:sldMk cId="1116398601" sldId="314"/>
        </pc:sldMkLst>
      </pc:sldChg>
      <pc:sldChg chg="add">
        <pc:chgData name="Nurul Sarkar" userId="71db43f0-bfba-485f-96db-bcbe321ca22a" providerId="ADAL" clId="{A32F7D48-21EC-4252-8FE9-4C100CD064D4}" dt="2024-05-21T11:06:53.742" v="333"/>
        <pc:sldMkLst>
          <pc:docMk/>
          <pc:sldMk cId="1749996619" sldId="314"/>
        </pc:sldMkLst>
      </pc:sldChg>
      <pc:sldChg chg="del">
        <pc:chgData name="Nurul Sarkar" userId="71db43f0-bfba-485f-96db-bcbe321ca22a" providerId="ADAL" clId="{A32F7D48-21EC-4252-8FE9-4C100CD064D4}" dt="2024-05-21T11:06:49.394" v="332" actId="2696"/>
        <pc:sldMkLst>
          <pc:docMk/>
          <pc:sldMk cId="589478886" sldId="315"/>
        </pc:sldMkLst>
      </pc:sldChg>
      <pc:sldChg chg="add">
        <pc:chgData name="Nurul Sarkar" userId="71db43f0-bfba-485f-96db-bcbe321ca22a" providerId="ADAL" clId="{A32F7D48-21EC-4252-8FE9-4C100CD064D4}" dt="2024-05-21T11:06:53.742" v="333"/>
        <pc:sldMkLst>
          <pc:docMk/>
          <pc:sldMk cId="2469903263" sldId="315"/>
        </pc:sldMkLst>
      </pc:sldChg>
      <pc:sldChg chg="add">
        <pc:chgData name="Nurul Sarkar" userId="71db43f0-bfba-485f-96db-bcbe321ca22a" providerId="ADAL" clId="{A32F7D48-21EC-4252-8FE9-4C100CD064D4}" dt="2024-05-21T11:06:53.742" v="333"/>
        <pc:sldMkLst>
          <pc:docMk/>
          <pc:sldMk cId="1363715723" sldId="316"/>
        </pc:sldMkLst>
      </pc:sldChg>
      <pc:sldChg chg="del">
        <pc:chgData name="Nurul Sarkar" userId="71db43f0-bfba-485f-96db-bcbe321ca22a" providerId="ADAL" clId="{A32F7D48-21EC-4252-8FE9-4C100CD064D4}" dt="2024-05-21T11:06:49.394" v="332" actId="2696"/>
        <pc:sldMkLst>
          <pc:docMk/>
          <pc:sldMk cId="1930297964" sldId="316"/>
        </pc:sldMkLst>
      </pc:sldChg>
      <pc:sldChg chg="del">
        <pc:chgData name="Nurul Sarkar" userId="71db43f0-bfba-485f-96db-bcbe321ca22a" providerId="ADAL" clId="{A32F7D48-21EC-4252-8FE9-4C100CD064D4}" dt="2024-05-21T11:06:49.394" v="332" actId="2696"/>
        <pc:sldMkLst>
          <pc:docMk/>
          <pc:sldMk cId="1677876053" sldId="317"/>
        </pc:sldMkLst>
      </pc:sldChg>
      <pc:sldChg chg="add">
        <pc:chgData name="Nurul Sarkar" userId="71db43f0-bfba-485f-96db-bcbe321ca22a" providerId="ADAL" clId="{A32F7D48-21EC-4252-8FE9-4C100CD064D4}" dt="2024-05-21T11:06:53.742" v="333"/>
        <pc:sldMkLst>
          <pc:docMk/>
          <pc:sldMk cId="1963738491" sldId="317"/>
        </pc:sldMkLst>
      </pc:sldChg>
      <pc:sldChg chg="modSp mod">
        <pc:chgData name="Nurul Sarkar" userId="71db43f0-bfba-485f-96db-bcbe321ca22a" providerId="ADAL" clId="{A32F7D48-21EC-4252-8FE9-4C100CD064D4}" dt="2024-05-21T23:24:13.134" v="706" actId="14100"/>
        <pc:sldMkLst>
          <pc:docMk/>
          <pc:sldMk cId="1244743414" sldId="318"/>
        </pc:sldMkLst>
        <pc:spChg chg="mod">
          <ac:chgData name="Nurul Sarkar" userId="71db43f0-bfba-485f-96db-bcbe321ca22a" providerId="ADAL" clId="{A32F7D48-21EC-4252-8FE9-4C100CD064D4}" dt="2024-05-21T23:22:06.480" v="694" actId="14100"/>
          <ac:spMkLst>
            <pc:docMk/>
            <pc:sldMk cId="1244743414" sldId="318"/>
            <ac:spMk id="6" creationId="{00000000-0000-0000-0000-000000000000}"/>
          </ac:spMkLst>
        </pc:spChg>
        <pc:spChg chg="mod">
          <ac:chgData name="Nurul Sarkar" userId="71db43f0-bfba-485f-96db-bcbe321ca22a" providerId="ADAL" clId="{A32F7D48-21EC-4252-8FE9-4C100CD064D4}" dt="2024-05-21T23:21:55.855" v="691" actId="20577"/>
          <ac:spMkLst>
            <pc:docMk/>
            <pc:sldMk cId="1244743414" sldId="318"/>
            <ac:spMk id="7" creationId="{00000000-0000-0000-0000-000000000000}"/>
          </ac:spMkLst>
        </pc:spChg>
        <pc:picChg chg="mod">
          <ac:chgData name="Nurul Sarkar" userId="71db43f0-bfba-485f-96db-bcbe321ca22a" providerId="ADAL" clId="{A32F7D48-21EC-4252-8FE9-4C100CD064D4}" dt="2024-05-21T23:24:13.134" v="706" actId="14100"/>
          <ac:picMkLst>
            <pc:docMk/>
            <pc:sldMk cId="1244743414" sldId="318"/>
            <ac:picMk id="9" creationId="{00000000-0000-0000-0000-000000000000}"/>
          </ac:picMkLst>
        </pc:picChg>
      </pc:sldChg>
      <pc:sldChg chg="modSp mod">
        <pc:chgData name="Nurul Sarkar" userId="71db43f0-bfba-485f-96db-bcbe321ca22a" providerId="ADAL" clId="{A32F7D48-21EC-4252-8FE9-4C100CD064D4}" dt="2024-05-21T23:24:06.509" v="705" actId="20577"/>
        <pc:sldMkLst>
          <pc:docMk/>
          <pc:sldMk cId="3615218918" sldId="319"/>
        </pc:sldMkLst>
        <pc:spChg chg="mod">
          <ac:chgData name="Nurul Sarkar" userId="71db43f0-bfba-485f-96db-bcbe321ca22a" providerId="ADAL" clId="{A32F7D48-21EC-4252-8FE9-4C100CD064D4}" dt="2024-05-21T23:22:43.631" v="696" actId="27636"/>
          <ac:spMkLst>
            <pc:docMk/>
            <pc:sldMk cId="3615218918" sldId="319"/>
            <ac:spMk id="7" creationId="{00000000-0000-0000-0000-000000000000}"/>
          </ac:spMkLst>
        </pc:spChg>
        <pc:spChg chg="mod">
          <ac:chgData name="Nurul Sarkar" userId="71db43f0-bfba-485f-96db-bcbe321ca22a" providerId="ADAL" clId="{A32F7D48-21EC-4252-8FE9-4C100CD064D4}" dt="2024-05-21T23:24:06.509" v="705" actId="20577"/>
          <ac:spMkLst>
            <pc:docMk/>
            <pc:sldMk cId="3615218918" sldId="319"/>
            <ac:spMk id="8" creationId="{00000000-0000-0000-0000-000000000000}"/>
          </ac:spMkLst>
        </pc:spChg>
      </pc:sldChg>
      <pc:sldChg chg="del">
        <pc:chgData name="Nurul Sarkar" userId="71db43f0-bfba-485f-96db-bcbe321ca22a" providerId="ADAL" clId="{A32F7D48-21EC-4252-8FE9-4C100CD064D4}" dt="2024-05-21T10:53:25.202" v="321" actId="47"/>
        <pc:sldMkLst>
          <pc:docMk/>
          <pc:sldMk cId="1612554991" sldId="320"/>
        </pc:sldMkLst>
      </pc:sldChg>
      <pc:sldChg chg="new del">
        <pc:chgData name="Nurul Sarkar" userId="71db43f0-bfba-485f-96db-bcbe321ca22a" providerId="ADAL" clId="{A32F7D48-21EC-4252-8FE9-4C100CD064D4}" dt="2024-05-21T11:09:07.401" v="341" actId="47"/>
        <pc:sldMkLst>
          <pc:docMk/>
          <pc:sldMk cId="3693727694" sldId="320"/>
        </pc:sldMkLst>
      </pc:sldChg>
      <pc:sldChg chg="modSp add modAnim">
        <pc:chgData name="Nurul Sarkar" userId="71db43f0-bfba-485f-96db-bcbe321ca22a" providerId="ADAL" clId="{A32F7D48-21EC-4252-8FE9-4C100CD064D4}" dt="2024-05-21T23:06:50.127" v="513" actId="20577"/>
        <pc:sldMkLst>
          <pc:docMk/>
          <pc:sldMk cId="732147702" sldId="322"/>
        </pc:sldMkLst>
        <pc:spChg chg="mod">
          <ac:chgData name="Nurul Sarkar" userId="71db43f0-bfba-485f-96db-bcbe321ca22a" providerId="ADAL" clId="{A32F7D48-21EC-4252-8FE9-4C100CD064D4}" dt="2024-05-21T22:57:32.574" v="425" actId="20577"/>
          <ac:spMkLst>
            <pc:docMk/>
            <pc:sldMk cId="732147702" sldId="322"/>
            <ac:spMk id="2" creationId="{A06A351F-ADF1-BA62-E0D7-A11B5F334F22}"/>
          </ac:spMkLst>
        </pc:spChg>
        <pc:spChg chg="mod">
          <ac:chgData name="Nurul Sarkar" userId="71db43f0-bfba-485f-96db-bcbe321ca22a" providerId="ADAL" clId="{A32F7D48-21EC-4252-8FE9-4C100CD064D4}" dt="2024-05-21T22:59:54.874" v="485"/>
          <ac:spMkLst>
            <pc:docMk/>
            <pc:sldMk cId="732147702" sldId="322"/>
            <ac:spMk id="3" creationId="{E8FE4192-2823-4A53-04F8-2787A041DFC0}"/>
          </ac:spMkLst>
        </pc:spChg>
        <pc:spChg chg="mod">
          <ac:chgData name="Nurul Sarkar" userId="71db43f0-bfba-485f-96db-bcbe321ca22a" providerId="ADAL" clId="{A32F7D48-21EC-4252-8FE9-4C100CD064D4}" dt="2024-05-21T23:06:50.127" v="513" actId="20577"/>
          <ac:spMkLst>
            <pc:docMk/>
            <pc:sldMk cId="732147702" sldId="322"/>
            <ac:spMk id="7" creationId="{FA675855-37F8-C760-BF9A-87BD359B9C9C}"/>
          </ac:spMkLst>
        </pc:spChg>
      </pc:sldChg>
      <pc:sldChg chg="modSp add mod">
        <pc:chgData name="Nurul Sarkar" userId="71db43f0-bfba-485f-96db-bcbe321ca22a" providerId="ADAL" clId="{A32F7D48-21EC-4252-8FE9-4C100CD064D4}" dt="2024-05-21T22:55:27.400" v="412" actId="20577"/>
        <pc:sldMkLst>
          <pc:docMk/>
          <pc:sldMk cId="420109354" sldId="323"/>
        </pc:sldMkLst>
        <pc:spChg chg="mod">
          <ac:chgData name="Nurul Sarkar" userId="71db43f0-bfba-485f-96db-bcbe321ca22a" providerId="ADAL" clId="{A32F7D48-21EC-4252-8FE9-4C100CD064D4}" dt="2024-05-21T22:55:17.747" v="400" actId="20577"/>
          <ac:spMkLst>
            <pc:docMk/>
            <pc:sldMk cId="420109354" sldId="323"/>
            <ac:spMk id="3" creationId="{E8FE4192-2823-4A53-04F8-2787A041DFC0}"/>
          </ac:spMkLst>
        </pc:spChg>
        <pc:spChg chg="mod">
          <ac:chgData name="Nurul Sarkar" userId="71db43f0-bfba-485f-96db-bcbe321ca22a" providerId="ADAL" clId="{A32F7D48-21EC-4252-8FE9-4C100CD064D4}" dt="2024-05-21T22:55:27.400" v="412" actId="20577"/>
          <ac:spMkLst>
            <pc:docMk/>
            <pc:sldMk cId="420109354" sldId="323"/>
            <ac:spMk id="7" creationId="{FA675855-37F8-C760-BF9A-87BD359B9C9C}"/>
          </ac:spMkLst>
        </pc:spChg>
      </pc:sldChg>
      <pc:sldChg chg="add del">
        <pc:chgData name="Nurul Sarkar" userId="71db43f0-bfba-485f-96db-bcbe321ca22a" providerId="ADAL" clId="{A32F7D48-21EC-4252-8FE9-4C100CD064D4}" dt="2024-05-21T23:01:16.520" v="508" actId="47"/>
        <pc:sldMkLst>
          <pc:docMk/>
          <pc:sldMk cId="2043111820" sldId="326"/>
        </pc:sldMkLst>
      </pc:sldChg>
      <pc:sldChg chg="add del">
        <pc:chgData name="Nurul Sarkar" userId="71db43f0-bfba-485f-96db-bcbe321ca22a" providerId="ADAL" clId="{A32F7D48-21EC-4252-8FE9-4C100CD064D4}" dt="2024-05-21T23:01:26.221" v="509" actId="47"/>
        <pc:sldMkLst>
          <pc:docMk/>
          <pc:sldMk cId="2319805419" sldId="327"/>
        </pc:sldMkLst>
      </pc:sldChg>
      <pc:sldChg chg="add">
        <pc:chgData name="Nurul Sarkar" userId="71db43f0-bfba-485f-96db-bcbe321ca22a" providerId="ADAL" clId="{A32F7D48-21EC-4252-8FE9-4C100CD064D4}" dt="2024-05-21T10:55:03.357" v="323"/>
        <pc:sldMkLst>
          <pc:docMk/>
          <pc:sldMk cId="0" sldId="927"/>
        </pc:sldMkLst>
      </pc:sldChg>
      <pc:sldChg chg="modSp add">
        <pc:chgData name="Nurul Sarkar" userId="71db43f0-bfba-485f-96db-bcbe321ca22a" providerId="ADAL" clId="{A32F7D48-21EC-4252-8FE9-4C100CD064D4}" dt="2024-05-21T22:53:56.350" v="386" actId="20577"/>
        <pc:sldMkLst>
          <pc:docMk/>
          <pc:sldMk cId="1329202277" sldId="928"/>
        </pc:sldMkLst>
        <pc:spChg chg="mod">
          <ac:chgData name="Nurul Sarkar" userId="71db43f0-bfba-485f-96db-bcbe321ca22a" providerId="ADAL" clId="{A32F7D48-21EC-4252-8FE9-4C100CD064D4}" dt="2024-05-21T22:53:46.778" v="377" actId="20577"/>
          <ac:spMkLst>
            <pc:docMk/>
            <pc:sldMk cId="1329202277" sldId="928"/>
            <ac:spMk id="3" creationId="{E8FE4192-2823-4A53-04F8-2787A041DFC0}"/>
          </ac:spMkLst>
        </pc:spChg>
        <pc:spChg chg="mod">
          <ac:chgData name="Nurul Sarkar" userId="71db43f0-bfba-485f-96db-bcbe321ca22a" providerId="ADAL" clId="{A32F7D48-21EC-4252-8FE9-4C100CD064D4}" dt="2024-05-21T22:53:56.350" v="386" actId="20577"/>
          <ac:spMkLst>
            <pc:docMk/>
            <pc:sldMk cId="1329202277" sldId="928"/>
            <ac:spMk id="7" creationId="{FA675855-37F8-C760-BF9A-87BD359B9C9C}"/>
          </ac:spMkLst>
        </pc:spChg>
      </pc:sldChg>
      <pc:sldChg chg="modSp add">
        <pc:chgData name="Nurul Sarkar" userId="71db43f0-bfba-485f-96db-bcbe321ca22a" providerId="ADAL" clId="{A32F7D48-21EC-4252-8FE9-4C100CD064D4}" dt="2024-05-21T22:54:31.501" v="392" actId="20577"/>
        <pc:sldMkLst>
          <pc:docMk/>
          <pc:sldMk cId="1437247991" sldId="929"/>
        </pc:sldMkLst>
        <pc:spChg chg="mod">
          <ac:chgData name="Nurul Sarkar" userId="71db43f0-bfba-485f-96db-bcbe321ca22a" providerId="ADAL" clId="{A32F7D48-21EC-4252-8FE9-4C100CD064D4}" dt="2024-05-21T22:54:31.501" v="392" actId="20577"/>
          <ac:spMkLst>
            <pc:docMk/>
            <pc:sldMk cId="1437247991" sldId="929"/>
            <ac:spMk id="3" creationId="{E8FE4192-2823-4A53-04F8-2787A041DFC0}"/>
          </ac:spMkLst>
        </pc:spChg>
      </pc:sldChg>
      <pc:sldChg chg="new del">
        <pc:chgData name="Nurul Sarkar" userId="71db43f0-bfba-485f-96db-bcbe321ca22a" providerId="ADAL" clId="{A32F7D48-21EC-4252-8FE9-4C100CD064D4}" dt="2024-05-21T22:57:29.076" v="423" actId="47"/>
        <pc:sldMkLst>
          <pc:docMk/>
          <pc:sldMk cId="3469068333" sldId="930"/>
        </pc:sldMkLst>
      </pc:sldChg>
      <pc:sldChg chg="modSp add">
        <pc:chgData name="Nurul Sarkar" userId="71db43f0-bfba-485f-96db-bcbe321ca22a" providerId="ADAL" clId="{A32F7D48-21EC-4252-8FE9-4C100CD064D4}" dt="2024-05-21T22:56:54.108" v="422" actId="20577"/>
        <pc:sldMkLst>
          <pc:docMk/>
          <pc:sldMk cId="2130706374" sldId="931"/>
        </pc:sldMkLst>
        <pc:spChg chg="mod">
          <ac:chgData name="Nurul Sarkar" userId="71db43f0-bfba-485f-96db-bcbe321ca22a" providerId="ADAL" clId="{A32F7D48-21EC-4252-8FE9-4C100CD064D4}" dt="2024-05-21T22:56:30.579" v="416" actId="20577"/>
          <ac:spMkLst>
            <pc:docMk/>
            <pc:sldMk cId="2130706374" sldId="931"/>
            <ac:spMk id="2" creationId="{A06A351F-ADF1-BA62-E0D7-A11B5F334F22}"/>
          </ac:spMkLst>
        </pc:spChg>
        <pc:spChg chg="mod">
          <ac:chgData name="Nurul Sarkar" userId="71db43f0-bfba-485f-96db-bcbe321ca22a" providerId="ADAL" clId="{A32F7D48-21EC-4252-8FE9-4C100CD064D4}" dt="2024-05-21T22:56:54.108" v="422" actId="20577"/>
          <ac:spMkLst>
            <pc:docMk/>
            <pc:sldMk cId="2130706374" sldId="931"/>
            <ac:spMk id="3" creationId="{E8FE4192-2823-4A53-04F8-2787A041DFC0}"/>
          </ac:spMkLst>
        </pc:spChg>
      </pc:sldChg>
      <pc:sldChg chg="modSp add mod modAnim">
        <pc:chgData name="Nurul Sarkar" userId="71db43f0-bfba-485f-96db-bcbe321ca22a" providerId="ADAL" clId="{A32F7D48-21EC-4252-8FE9-4C100CD064D4}" dt="2024-05-21T23:13:45.916" v="600" actId="20577"/>
        <pc:sldMkLst>
          <pc:docMk/>
          <pc:sldMk cId="1799365605" sldId="932"/>
        </pc:sldMkLst>
        <pc:spChg chg="mod">
          <ac:chgData name="Nurul Sarkar" userId="71db43f0-bfba-485f-96db-bcbe321ca22a" providerId="ADAL" clId="{A32F7D48-21EC-4252-8FE9-4C100CD064D4}" dt="2024-05-21T23:13:45.916" v="600" actId="20577"/>
          <ac:spMkLst>
            <pc:docMk/>
            <pc:sldMk cId="1799365605" sldId="932"/>
            <ac:spMk id="2" creationId="{A06A351F-ADF1-BA62-E0D7-A11B5F334F22}"/>
          </ac:spMkLst>
        </pc:spChg>
        <pc:spChg chg="mod">
          <ac:chgData name="Nurul Sarkar" userId="71db43f0-bfba-485f-96db-bcbe321ca22a" providerId="ADAL" clId="{A32F7D48-21EC-4252-8FE9-4C100CD064D4}" dt="2024-05-21T23:10:39.054" v="577"/>
          <ac:spMkLst>
            <pc:docMk/>
            <pc:sldMk cId="1799365605" sldId="932"/>
            <ac:spMk id="3" creationId="{E8FE4192-2823-4A53-04F8-2787A041DFC0}"/>
          </ac:spMkLst>
        </pc:spChg>
        <pc:spChg chg="mod">
          <ac:chgData name="Nurul Sarkar" userId="71db43f0-bfba-485f-96db-bcbe321ca22a" providerId="ADAL" clId="{A32F7D48-21EC-4252-8FE9-4C100CD064D4}" dt="2024-05-21T23:11:56.792" v="597" actId="20577"/>
          <ac:spMkLst>
            <pc:docMk/>
            <pc:sldMk cId="1799365605" sldId="932"/>
            <ac:spMk id="7" creationId="{FA675855-37F8-C760-BF9A-87BD359B9C9C}"/>
          </ac:spMkLst>
        </pc:spChg>
      </pc:sldChg>
      <pc:sldChg chg="modSp add mod modAnim">
        <pc:chgData name="Nurul Sarkar" userId="71db43f0-bfba-485f-96db-bcbe321ca22a" providerId="ADAL" clId="{A32F7D48-21EC-4252-8FE9-4C100CD064D4}" dt="2024-05-21T23:16:43.042" v="679" actId="20577"/>
        <pc:sldMkLst>
          <pc:docMk/>
          <pc:sldMk cId="2843750326" sldId="933"/>
        </pc:sldMkLst>
        <pc:spChg chg="mod">
          <ac:chgData name="Nurul Sarkar" userId="71db43f0-bfba-485f-96db-bcbe321ca22a" providerId="ADAL" clId="{A32F7D48-21EC-4252-8FE9-4C100CD064D4}" dt="2024-05-21T23:16:19.917" v="665" actId="20577"/>
          <ac:spMkLst>
            <pc:docMk/>
            <pc:sldMk cId="2843750326" sldId="933"/>
            <ac:spMk id="3" creationId="{E8FE4192-2823-4A53-04F8-2787A041DFC0}"/>
          </ac:spMkLst>
        </pc:spChg>
        <pc:spChg chg="mod">
          <ac:chgData name="Nurul Sarkar" userId="71db43f0-bfba-485f-96db-bcbe321ca22a" providerId="ADAL" clId="{A32F7D48-21EC-4252-8FE9-4C100CD064D4}" dt="2024-05-21T23:16:43.042" v="679" actId="20577"/>
          <ac:spMkLst>
            <pc:docMk/>
            <pc:sldMk cId="2843750326" sldId="933"/>
            <ac:spMk id="7" creationId="{FA675855-37F8-C760-BF9A-87BD359B9C9C}"/>
          </ac:spMkLst>
        </pc:spChg>
      </pc:sldChg>
    </pc:docChg>
  </pc:docChgLst>
  <pc:docChgLst>
    <pc:chgData name="Howarth, Judy" userId="88019a05-5656-4d0d-a3d1-1931a654ed73" providerId="ADAL" clId="{8B50358A-E957-47EB-971B-8F54F380F7CE}"/>
    <pc:docChg chg="undo custSel delSld modSld">
      <pc:chgData name="Howarth, Judy" userId="88019a05-5656-4d0d-a3d1-1931a654ed73" providerId="ADAL" clId="{8B50358A-E957-47EB-971B-8F54F380F7CE}" dt="2020-03-10T16:05:15.247" v="221" actId="20577"/>
      <pc:docMkLst>
        <pc:docMk/>
      </pc:docMkLst>
      <pc:sldChg chg="modSp">
        <pc:chgData name="Howarth, Judy" userId="88019a05-5656-4d0d-a3d1-1931a654ed73" providerId="ADAL" clId="{8B50358A-E957-47EB-971B-8F54F380F7CE}" dt="2020-03-10T16:05:15.247" v="221" actId="20577"/>
        <pc:sldMkLst>
          <pc:docMk/>
          <pc:sldMk cId="1909659219" sldId="256"/>
        </pc:sldMkLst>
        <pc:spChg chg="mod">
          <ac:chgData name="Howarth, Judy" userId="88019a05-5656-4d0d-a3d1-1931a654ed73" providerId="ADAL" clId="{8B50358A-E957-47EB-971B-8F54F380F7CE}" dt="2020-03-10T15:50:05.044" v="16" actId="255"/>
          <ac:spMkLst>
            <pc:docMk/>
            <pc:sldMk cId="1909659219" sldId="256"/>
            <ac:spMk id="2" creationId="{00000000-0000-0000-0000-000000000000}"/>
          </ac:spMkLst>
        </pc:spChg>
        <pc:spChg chg="mod">
          <ac:chgData name="Howarth, Judy" userId="88019a05-5656-4d0d-a3d1-1931a654ed73" providerId="ADAL" clId="{8B50358A-E957-47EB-971B-8F54F380F7CE}" dt="2020-03-10T15:50:08.252" v="22" actId="20577"/>
          <ac:spMkLst>
            <pc:docMk/>
            <pc:sldMk cId="1909659219" sldId="256"/>
            <ac:spMk id="3" creationId="{00000000-0000-0000-0000-000000000000}"/>
          </ac:spMkLst>
        </pc:spChg>
        <pc:spChg chg="mod">
          <ac:chgData name="Howarth, Judy" userId="88019a05-5656-4d0d-a3d1-1931a654ed73" providerId="ADAL" clId="{8B50358A-E957-47EB-971B-8F54F380F7CE}" dt="2020-03-10T16:05:07.415" v="211" actId="20577"/>
          <ac:spMkLst>
            <pc:docMk/>
            <pc:sldMk cId="1909659219" sldId="256"/>
            <ac:spMk id="4" creationId="{00000000-0000-0000-0000-000000000000}"/>
          </ac:spMkLst>
        </pc:spChg>
        <pc:spChg chg="mod">
          <ac:chgData name="Howarth, Judy" userId="88019a05-5656-4d0d-a3d1-1931a654ed73" providerId="ADAL" clId="{8B50358A-E957-47EB-971B-8F54F380F7CE}" dt="2020-03-10T16:05:15.247" v="221" actId="20577"/>
          <ac:spMkLst>
            <pc:docMk/>
            <pc:sldMk cId="1909659219" sldId="256"/>
            <ac:spMk id="6" creationId="{00000000-0000-0000-0000-000000000000}"/>
          </ac:spMkLst>
        </pc:spChg>
      </pc:sldChg>
      <pc:sldChg chg="del">
        <pc:chgData name="Howarth, Judy" userId="88019a05-5656-4d0d-a3d1-1931a654ed73" providerId="ADAL" clId="{8B50358A-E957-47EB-971B-8F54F380F7CE}" dt="2020-03-10T15:55:04.247" v="66" actId="2696"/>
        <pc:sldMkLst>
          <pc:docMk/>
          <pc:sldMk cId="1499389318" sldId="257"/>
        </pc:sldMkLst>
      </pc:sldChg>
      <pc:sldChg chg="modSp">
        <pc:chgData name="Howarth, Judy" userId="88019a05-5656-4d0d-a3d1-1931a654ed73" providerId="ADAL" clId="{8B50358A-E957-47EB-971B-8F54F380F7CE}" dt="2020-03-10T15:57:20.209" v="94" actId="20577"/>
        <pc:sldMkLst>
          <pc:docMk/>
          <pc:sldMk cId="1663153728" sldId="258"/>
        </pc:sldMkLst>
        <pc:spChg chg="mod">
          <ac:chgData name="Howarth, Judy" userId="88019a05-5656-4d0d-a3d1-1931a654ed73" providerId="ADAL" clId="{8B50358A-E957-47EB-971B-8F54F380F7CE}" dt="2020-03-10T15:57:20.209" v="94" actId="20577"/>
          <ac:spMkLst>
            <pc:docMk/>
            <pc:sldMk cId="1663153728" sldId="258"/>
            <ac:spMk id="2" creationId="{00000000-0000-0000-0000-000000000000}"/>
          </ac:spMkLst>
        </pc:spChg>
        <pc:spChg chg="mod">
          <ac:chgData name="Howarth, Judy" userId="88019a05-5656-4d0d-a3d1-1931a654ed73" providerId="ADAL" clId="{8B50358A-E957-47EB-971B-8F54F380F7CE}" dt="2020-03-10T15:57:07.250" v="87" actId="20577"/>
          <ac:spMkLst>
            <pc:docMk/>
            <pc:sldMk cId="1663153728" sldId="258"/>
            <ac:spMk id="6" creationId="{00000000-0000-0000-0000-000000000000}"/>
          </ac:spMkLst>
        </pc:spChg>
      </pc:sldChg>
      <pc:sldChg chg="del">
        <pc:chgData name="Howarth, Judy" userId="88019a05-5656-4d0d-a3d1-1931a654ed73" providerId="ADAL" clId="{8B50358A-E957-47EB-971B-8F54F380F7CE}" dt="2020-03-10T15:57:13.001" v="88" actId="2696"/>
        <pc:sldMkLst>
          <pc:docMk/>
          <pc:sldMk cId="1525907774" sldId="259"/>
        </pc:sldMkLst>
      </pc:sldChg>
      <pc:sldChg chg="del">
        <pc:chgData name="Howarth, Judy" userId="88019a05-5656-4d0d-a3d1-1931a654ed73" providerId="ADAL" clId="{8B50358A-E957-47EB-971B-8F54F380F7CE}" dt="2020-03-10T15:57:27.995" v="96" actId="2696"/>
        <pc:sldMkLst>
          <pc:docMk/>
          <pc:sldMk cId="135406596" sldId="260"/>
        </pc:sldMkLst>
      </pc:sldChg>
      <pc:sldChg chg="del">
        <pc:chgData name="Howarth, Judy" userId="88019a05-5656-4d0d-a3d1-1931a654ed73" providerId="ADAL" clId="{8B50358A-E957-47EB-971B-8F54F380F7CE}" dt="2020-03-10T15:57:26.676" v="95" actId="2696"/>
        <pc:sldMkLst>
          <pc:docMk/>
          <pc:sldMk cId="179564966" sldId="261"/>
        </pc:sldMkLst>
      </pc:sldChg>
      <pc:sldChg chg="del">
        <pc:chgData name="Howarth, Judy" userId="88019a05-5656-4d0d-a3d1-1931a654ed73" providerId="ADAL" clId="{8B50358A-E957-47EB-971B-8F54F380F7CE}" dt="2020-03-10T15:57:29.663" v="97" actId="2696"/>
        <pc:sldMkLst>
          <pc:docMk/>
          <pc:sldMk cId="261660464" sldId="262"/>
        </pc:sldMkLst>
      </pc:sldChg>
      <pc:sldChg chg="del">
        <pc:chgData name="Howarth, Judy" userId="88019a05-5656-4d0d-a3d1-1931a654ed73" providerId="ADAL" clId="{8B50358A-E957-47EB-971B-8F54F380F7CE}" dt="2020-03-10T15:57:33.246" v="98" actId="2696"/>
        <pc:sldMkLst>
          <pc:docMk/>
          <pc:sldMk cId="1035247850" sldId="263"/>
        </pc:sldMkLst>
      </pc:sldChg>
      <pc:sldChg chg="del">
        <pc:chgData name="Howarth, Judy" userId="88019a05-5656-4d0d-a3d1-1931a654ed73" providerId="ADAL" clId="{8B50358A-E957-47EB-971B-8F54F380F7CE}" dt="2020-03-10T15:57:34.001" v="99" actId="2696"/>
        <pc:sldMkLst>
          <pc:docMk/>
          <pc:sldMk cId="940919996" sldId="264"/>
        </pc:sldMkLst>
      </pc:sldChg>
      <pc:sldChg chg="del">
        <pc:chgData name="Howarth, Judy" userId="88019a05-5656-4d0d-a3d1-1931a654ed73" providerId="ADAL" clId="{8B50358A-E957-47EB-971B-8F54F380F7CE}" dt="2020-03-10T15:57:35.051" v="100" actId="2696"/>
        <pc:sldMkLst>
          <pc:docMk/>
          <pc:sldMk cId="928245765" sldId="265"/>
        </pc:sldMkLst>
      </pc:sldChg>
      <pc:sldChg chg="del">
        <pc:chgData name="Howarth, Judy" userId="88019a05-5656-4d0d-a3d1-1931a654ed73" providerId="ADAL" clId="{8B50358A-E957-47EB-971B-8F54F380F7CE}" dt="2020-03-10T15:57:36.075" v="101" actId="2696"/>
        <pc:sldMkLst>
          <pc:docMk/>
          <pc:sldMk cId="895276841" sldId="266"/>
        </pc:sldMkLst>
      </pc:sldChg>
      <pc:sldChg chg="del">
        <pc:chgData name="Howarth, Judy" userId="88019a05-5656-4d0d-a3d1-1931a654ed73" providerId="ADAL" clId="{8B50358A-E957-47EB-971B-8F54F380F7CE}" dt="2020-03-10T15:57:40.091" v="102" actId="2696"/>
        <pc:sldMkLst>
          <pc:docMk/>
          <pc:sldMk cId="687315263" sldId="267"/>
        </pc:sldMkLst>
      </pc:sldChg>
      <pc:sldChg chg="del">
        <pc:chgData name="Howarth, Judy" userId="88019a05-5656-4d0d-a3d1-1931a654ed73" providerId="ADAL" clId="{8B50358A-E957-47EB-971B-8F54F380F7CE}" dt="2020-03-10T15:57:41.194" v="103" actId="2696"/>
        <pc:sldMkLst>
          <pc:docMk/>
          <pc:sldMk cId="921995896" sldId="268"/>
        </pc:sldMkLst>
      </pc:sldChg>
      <pc:sldChg chg="del">
        <pc:chgData name="Howarth, Judy" userId="88019a05-5656-4d0d-a3d1-1931a654ed73" providerId="ADAL" clId="{8B50358A-E957-47EB-971B-8F54F380F7CE}" dt="2020-03-10T15:57:42.896" v="104" actId="2696"/>
        <pc:sldMkLst>
          <pc:docMk/>
          <pc:sldMk cId="399428975" sldId="269"/>
        </pc:sldMkLst>
      </pc:sldChg>
      <pc:sldChg chg="modSp">
        <pc:chgData name="Howarth, Judy" userId="88019a05-5656-4d0d-a3d1-1931a654ed73" providerId="ADAL" clId="{8B50358A-E957-47EB-971B-8F54F380F7CE}" dt="2020-03-10T15:58:11.702" v="122" actId="20577"/>
        <pc:sldMkLst>
          <pc:docMk/>
          <pc:sldMk cId="167070206" sldId="270"/>
        </pc:sldMkLst>
        <pc:spChg chg="mod">
          <ac:chgData name="Howarth, Judy" userId="88019a05-5656-4d0d-a3d1-1931a654ed73" providerId="ADAL" clId="{8B50358A-E957-47EB-971B-8F54F380F7CE}" dt="2020-03-10T15:57:54.831" v="108" actId="20577"/>
          <ac:spMkLst>
            <pc:docMk/>
            <pc:sldMk cId="167070206" sldId="270"/>
            <ac:spMk id="5" creationId="{00000000-0000-0000-0000-000000000000}"/>
          </ac:spMkLst>
        </pc:spChg>
        <pc:spChg chg="mod">
          <ac:chgData name="Howarth, Judy" userId="88019a05-5656-4d0d-a3d1-1931a654ed73" providerId="ADAL" clId="{8B50358A-E957-47EB-971B-8F54F380F7CE}" dt="2020-03-10T15:58:11.702" v="122" actId="20577"/>
          <ac:spMkLst>
            <pc:docMk/>
            <pc:sldMk cId="167070206" sldId="270"/>
            <ac:spMk id="13" creationId="{00000000-0000-0000-0000-000000000000}"/>
          </ac:spMkLst>
        </pc:spChg>
      </pc:sldChg>
      <pc:sldChg chg="modSp">
        <pc:chgData name="Howarth, Judy" userId="88019a05-5656-4d0d-a3d1-1931a654ed73" providerId="ADAL" clId="{8B50358A-E957-47EB-971B-8F54F380F7CE}" dt="2020-03-10T15:58:43.454" v="138" actId="20577"/>
        <pc:sldMkLst>
          <pc:docMk/>
          <pc:sldMk cId="388267789" sldId="272"/>
        </pc:sldMkLst>
        <pc:spChg chg="mod">
          <ac:chgData name="Howarth, Judy" userId="88019a05-5656-4d0d-a3d1-1931a654ed73" providerId="ADAL" clId="{8B50358A-E957-47EB-971B-8F54F380F7CE}" dt="2020-03-10T15:58:43.454" v="138" actId="20577"/>
          <ac:spMkLst>
            <pc:docMk/>
            <pc:sldMk cId="388267789" sldId="272"/>
            <ac:spMk id="7" creationId="{00000000-0000-0000-0000-000000000000}"/>
          </ac:spMkLst>
        </pc:spChg>
      </pc:sldChg>
      <pc:sldChg chg="modSp">
        <pc:chgData name="Howarth, Judy" userId="88019a05-5656-4d0d-a3d1-1931a654ed73" providerId="ADAL" clId="{8B50358A-E957-47EB-971B-8F54F380F7CE}" dt="2020-03-10T15:58:50.798" v="142" actId="20577"/>
        <pc:sldMkLst>
          <pc:docMk/>
          <pc:sldMk cId="1024830255" sldId="273"/>
        </pc:sldMkLst>
        <pc:spChg chg="mod">
          <ac:chgData name="Howarth, Judy" userId="88019a05-5656-4d0d-a3d1-1931a654ed73" providerId="ADAL" clId="{8B50358A-E957-47EB-971B-8F54F380F7CE}" dt="2020-03-10T15:58:50.798" v="142" actId="20577"/>
          <ac:spMkLst>
            <pc:docMk/>
            <pc:sldMk cId="1024830255" sldId="273"/>
            <ac:spMk id="6" creationId="{00000000-0000-0000-0000-000000000000}"/>
          </ac:spMkLst>
        </pc:spChg>
      </pc:sldChg>
      <pc:sldChg chg="modSp">
        <pc:chgData name="Howarth, Judy" userId="88019a05-5656-4d0d-a3d1-1931a654ed73" providerId="ADAL" clId="{8B50358A-E957-47EB-971B-8F54F380F7CE}" dt="2020-03-10T15:58:59.585" v="146" actId="20577"/>
        <pc:sldMkLst>
          <pc:docMk/>
          <pc:sldMk cId="174170774" sldId="275"/>
        </pc:sldMkLst>
        <pc:spChg chg="mod">
          <ac:chgData name="Howarth, Judy" userId="88019a05-5656-4d0d-a3d1-1931a654ed73" providerId="ADAL" clId="{8B50358A-E957-47EB-971B-8F54F380F7CE}" dt="2020-03-10T15:58:59.585" v="146" actId="20577"/>
          <ac:spMkLst>
            <pc:docMk/>
            <pc:sldMk cId="174170774" sldId="275"/>
            <ac:spMk id="6" creationId="{00000000-0000-0000-0000-000000000000}"/>
          </ac:spMkLst>
        </pc:spChg>
      </pc:sldChg>
      <pc:sldChg chg="modSp">
        <pc:chgData name="Howarth, Judy" userId="88019a05-5656-4d0d-a3d1-1931a654ed73" providerId="ADAL" clId="{8B50358A-E957-47EB-971B-8F54F380F7CE}" dt="2020-03-10T15:59:30.418" v="162" actId="20577"/>
        <pc:sldMkLst>
          <pc:docMk/>
          <pc:sldMk cId="1510030601" sldId="277"/>
        </pc:sldMkLst>
        <pc:spChg chg="mod">
          <ac:chgData name="Howarth, Judy" userId="88019a05-5656-4d0d-a3d1-1931a654ed73" providerId="ADAL" clId="{8B50358A-E957-47EB-971B-8F54F380F7CE}" dt="2020-03-10T15:59:30.418" v="162" actId="20577"/>
          <ac:spMkLst>
            <pc:docMk/>
            <pc:sldMk cId="1510030601" sldId="277"/>
            <ac:spMk id="6" creationId="{00000000-0000-0000-0000-000000000000}"/>
          </ac:spMkLst>
        </pc:spChg>
      </pc:sldChg>
      <pc:sldChg chg="modSp">
        <pc:chgData name="Howarth, Judy" userId="88019a05-5656-4d0d-a3d1-1931a654ed73" providerId="ADAL" clId="{8B50358A-E957-47EB-971B-8F54F380F7CE}" dt="2020-03-10T15:59:41.304" v="170" actId="20577"/>
        <pc:sldMkLst>
          <pc:docMk/>
          <pc:sldMk cId="1952765383" sldId="278"/>
        </pc:sldMkLst>
        <pc:spChg chg="mod">
          <ac:chgData name="Howarth, Judy" userId="88019a05-5656-4d0d-a3d1-1931a654ed73" providerId="ADAL" clId="{8B50358A-E957-47EB-971B-8F54F380F7CE}" dt="2020-03-10T15:59:41.304" v="170" actId="20577"/>
          <ac:spMkLst>
            <pc:docMk/>
            <pc:sldMk cId="1952765383" sldId="278"/>
            <ac:spMk id="5" creationId="{00000000-0000-0000-0000-000000000000}"/>
          </ac:spMkLst>
        </pc:spChg>
      </pc:sldChg>
      <pc:sldChg chg="del">
        <pc:chgData name="Howarth, Judy" userId="88019a05-5656-4d0d-a3d1-1931a654ed73" providerId="ADAL" clId="{8B50358A-E957-47EB-971B-8F54F380F7CE}" dt="2020-03-10T15:59:53.011" v="174" actId="2696"/>
        <pc:sldMkLst>
          <pc:docMk/>
          <pc:sldMk cId="1066368906" sldId="279"/>
        </pc:sldMkLst>
      </pc:sldChg>
      <pc:sldChg chg="del">
        <pc:chgData name="Howarth, Judy" userId="88019a05-5656-4d0d-a3d1-1931a654ed73" providerId="ADAL" clId="{8B50358A-E957-47EB-971B-8F54F380F7CE}" dt="2020-03-10T15:59:53.884" v="175" actId="2696"/>
        <pc:sldMkLst>
          <pc:docMk/>
          <pc:sldMk cId="1718291601" sldId="280"/>
        </pc:sldMkLst>
      </pc:sldChg>
      <pc:sldChg chg="del">
        <pc:chgData name="Howarth, Judy" userId="88019a05-5656-4d0d-a3d1-1931a654ed73" providerId="ADAL" clId="{8B50358A-E957-47EB-971B-8F54F380F7CE}" dt="2020-03-10T15:59:55.856" v="176" actId="2696"/>
        <pc:sldMkLst>
          <pc:docMk/>
          <pc:sldMk cId="687604427" sldId="281"/>
        </pc:sldMkLst>
      </pc:sldChg>
      <pc:sldChg chg="del">
        <pc:chgData name="Howarth, Judy" userId="88019a05-5656-4d0d-a3d1-1931a654ed73" providerId="ADAL" clId="{8B50358A-E957-47EB-971B-8F54F380F7CE}" dt="2020-03-10T15:59:57.526" v="177" actId="2696"/>
        <pc:sldMkLst>
          <pc:docMk/>
          <pc:sldMk cId="586848863" sldId="282"/>
        </pc:sldMkLst>
      </pc:sldChg>
      <pc:sldChg chg="modSp">
        <pc:chgData name="Howarth, Judy" userId="88019a05-5656-4d0d-a3d1-1931a654ed73" providerId="ADAL" clId="{8B50358A-E957-47EB-971B-8F54F380F7CE}" dt="2020-03-10T16:00:03.758" v="181" actId="20577"/>
        <pc:sldMkLst>
          <pc:docMk/>
          <pc:sldMk cId="365690021" sldId="283"/>
        </pc:sldMkLst>
        <pc:spChg chg="mod">
          <ac:chgData name="Howarth, Judy" userId="88019a05-5656-4d0d-a3d1-1931a654ed73" providerId="ADAL" clId="{8B50358A-E957-47EB-971B-8F54F380F7CE}" dt="2020-03-10T16:00:03.758" v="181" actId="20577"/>
          <ac:spMkLst>
            <pc:docMk/>
            <pc:sldMk cId="365690021" sldId="283"/>
            <ac:spMk id="4" creationId="{00000000-0000-0000-0000-000000000000}"/>
          </ac:spMkLst>
        </pc:spChg>
      </pc:sldChg>
      <pc:sldChg chg="del">
        <pc:chgData name="Howarth, Judy" userId="88019a05-5656-4d0d-a3d1-1931a654ed73" providerId="ADAL" clId="{8B50358A-E957-47EB-971B-8F54F380F7CE}" dt="2020-03-10T16:00:06.318" v="182" actId="2696"/>
        <pc:sldMkLst>
          <pc:docMk/>
          <pc:sldMk cId="1538439825" sldId="284"/>
        </pc:sldMkLst>
      </pc:sldChg>
      <pc:sldChg chg="del">
        <pc:chgData name="Howarth, Judy" userId="88019a05-5656-4d0d-a3d1-1931a654ed73" providerId="ADAL" clId="{8B50358A-E957-47EB-971B-8F54F380F7CE}" dt="2020-03-10T16:00:08.927" v="183" actId="2696"/>
        <pc:sldMkLst>
          <pc:docMk/>
          <pc:sldMk cId="696315825" sldId="285"/>
        </pc:sldMkLst>
      </pc:sldChg>
      <pc:sldChg chg="del">
        <pc:chgData name="Howarth, Judy" userId="88019a05-5656-4d0d-a3d1-1931a654ed73" providerId="ADAL" clId="{8B50358A-E957-47EB-971B-8F54F380F7CE}" dt="2020-03-10T16:00:10.349" v="184" actId="2696"/>
        <pc:sldMkLst>
          <pc:docMk/>
          <pc:sldMk cId="1811979975" sldId="286"/>
        </pc:sldMkLst>
      </pc:sldChg>
      <pc:sldChg chg="del">
        <pc:chgData name="Howarth, Judy" userId="88019a05-5656-4d0d-a3d1-1931a654ed73" providerId="ADAL" clId="{8B50358A-E957-47EB-971B-8F54F380F7CE}" dt="2020-03-10T16:00:14.200" v="185" actId="2696"/>
        <pc:sldMkLst>
          <pc:docMk/>
          <pc:sldMk cId="509745404" sldId="287"/>
        </pc:sldMkLst>
      </pc:sldChg>
      <pc:sldChg chg="del">
        <pc:chgData name="Howarth, Judy" userId="88019a05-5656-4d0d-a3d1-1931a654ed73" providerId="ADAL" clId="{8B50358A-E957-47EB-971B-8F54F380F7CE}" dt="2020-03-10T16:00:52.112" v="201" actId="2696"/>
        <pc:sldMkLst>
          <pc:docMk/>
          <pc:sldMk cId="217440387" sldId="288"/>
        </pc:sldMkLst>
      </pc:sldChg>
      <pc:sldChg chg="del">
        <pc:chgData name="Howarth, Judy" userId="88019a05-5656-4d0d-a3d1-1931a654ed73" providerId="ADAL" clId="{8B50358A-E957-47EB-971B-8F54F380F7CE}" dt="2020-03-10T16:00:19.184" v="186" actId="2696"/>
        <pc:sldMkLst>
          <pc:docMk/>
          <pc:sldMk cId="1885132688" sldId="289"/>
        </pc:sldMkLst>
      </pc:sldChg>
      <pc:sldChg chg="modSp">
        <pc:chgData name="Howarth, Judy" userId="88019a05-5656-4d0d-a3d1-1931a654ed73" providerId="ADAL" clId="{8B50358A-E957-47EB-971B-8F54F380F7CE}" dt="2020-03-10T16:00:23.668" v="190" actId="20577"/>
        <pc:sldMkLst>
          <pc:docMk/>
          <pc:sldMk cId="998461558" sldId="290"/>
        </pc:sldMkLst>
        <pc:spChg chg="mod">
          <ac:chgData name="Howarth, Judy" userId="88019a05-5656-4d0d-a3d1-1931a654ed73" providerId="ADAL" clId="{8B50358A-E957-47EB-971B-8F54F380F7CE}" dt="2020-03-10T16:00:23.668" v="190" actId="20577"/>
          <ac:spMkLst>
            <pc:docMk/>
            <pc:sldMk cId="998461558" sldId="290"/>
            <ac:spMk id="6" creationId="{00000000-0000-0000-0000-000000000000}"/>
          </ac:spMkLst>
        </pc:spChg>
      </pc:sldChg>
      <pc:sldChg chg="modSp">
        <pc:chgData name="Howarth, Judy" userId="88019a05-5656-4d0d-a3d1-1931a654ed73" providerId="ADAL" clId="{8B50358A-E957-47EB-971B-8F54F380F7CE}" dt="2020-03-10T16:00:31.974" v="194" actId="20577"/>
        <pc:sldMkLst>
          <pc:docMk/>
          <pc:sldMk cId="720469146" sldId="291"/>
        </pc:sldMkLst>
        <pc:spChg chg="mod">
          <ac:chgData name="Howarth, Judy" userId="88019a05-5656-4d0d-a3d1-1931a654ed73" providerId="ADAL" clId="{8B50358A-E957-47EB-971B-8F54F380F7CE}" dt="2020-03-10T16:00:31.974" v="194" actId="20577"/>
          <ac:spMkLst>
            <pc:docMk/>
            <pc:sldMk cId="720469146" sldId="291"/>
            <ac:spMk id="6" creationId="{00000000-0000-0000-0000-000000000000}"/>
          </ac:spMkLst>
        </pc:spChg>
      </pc:sldChg>
      <pc:sldChg chg="del">
        <pc:chgData name="Howarth, Judy" userId="88019a05-5656-4d0d-a3d1-1931a654ed73" providerId="ADAL" clId="{8B50358A-E957-47EB-971B-8F54F380F7CE}" dt="2020-03-10T16:00:36.643" v="195" actId="2696"/>
        <pc:sldMkLst>
          <pc:docMk/>
          <pc:sldMk cId="139548211" sldId="292"/>
        </pc:sldMkLst>
      </pc:sldChg>
      <pc:sldChg chg="del">
        <pc:chgData name="Howarth, Judy" userId="88019a05-5656-4d0d-a3d1-1931a654ed73" providerId="ADAL" clId="{8B50358A-E957-47EB-971B-8F54F380F7CE}" dt="2020-03-10T16:00:37.946" v="196" actId="2696"/>
        <pc:sldMkLst>
          <pc:docMk/>
          <pc:sldMk cId="342244477" sldId="293"/>
        </pc:sldMkLst>
      </pc:sldChg>
      <pc:sldChg chg="del">
        <pc:chgData name="Howarth, Judy" userId="88019a05-5656-4d0d-a3d1-1931a654ed73" providerId="ADAL" clId="{8B50358A-E957-47EB-971B-8F54F380F7CE}" dt="2020-03-10T16:00:39.091" v="197" actId="2696"/>
        <pc:sldMkLst>
          <pc:docMk/>
          <pc:sldMk cId="1300580792" sldId="294"/>
        </pc:sldMkLst>
      </pc:sldChg>
      <pc:sldChg chg="del">
        <pc:chgData name="Howarth, Judy" userId="88019a05-5656-4d0d-a3d1-1931a654ed73" providerId="ADAL" clId="{8B50358A-E957-47EB-971B-8F54F380F7CE}" dt="2020-03-10T16:00:40.312" v="198" actId="2696"/>
        <pc:sldMkLst>
          <pc:docMk/>
          <pc:sldMk cId="937452732" sldId="295"/>
        </pc:sldMkLst>
      </pc:sldChg>
      <pc:sldChg chg="del">
        <pc:chgData name="Howarth, Judy" userId="88019a05-5656-4d0d-a3d1-1931a654ed73" providerId="ADAL" clId="{8B50358A-E957-47EB-971B-8F54F380F7CE}" dt="2020-03-10T16:00:41.577" v="199" actId="2696"/>
        <pc:sldMkLst>
          <pc:docMk/>
          <pc:sldMk cId="1954988893" sldId="296"/>
        </pc:sldMkLst>
      </pc:sldChg>
      <pc:sldChg chg="modSp del">
        <pc:chgData name="Howarth, Judy" userId="88019a05-5656-4d0d-a3d1-1931a654ed73" providerId="ADAL" clId="{8B50358A-E957-47EB-971B-8F54F380F7CE}" dt="2020-03-10T16:00:42.437" v="200" actId="2696"/>
        <pc:sldMkLst>
          <pc:docMk/>
          <pc:sldMk cId="1546931097" sldId="297"/>
        </pc:sldMkLst>
        <pc:spChg chg="mod">
          <ac:chgData name="Howarth, Judy" userId="88019a05-5656-4d0d-a3d1-1931a654ed73" providerId="ADAL" clId="{8B50358A-E957-47EB-971B-8F54F380F7CE}" dt="2020-03-10T15:56:50.586" v="83" actId="20577"/>
          <ac:spMkLst>
            <pc:docMk/>
            <pc:sldMk cId="1546931097" sldId="297"/>
            <ac:spMk id="5" creationId="{00000000-0000-0000-0000-000000000000}"/>
          </ac:spMkLst>
        </pc:spChg>
      </pc:sldChg>
      <pc:sldChg chg="modSp">
        <pc:chgData name="Howarth, Judy" userId="88019a05-5656-4d0d-a3d1-1931a654ed73" providerId="ADAL" clId="{8B50358A-E957-47EB-971B-8F54F380F7CE}" dt="2020-03-10T15:56:32.762" v="78" actId="20577"/>
        <pc:sldMkLst>
          <pc:docMk/>
          <pc:sldMk cId="33643281" sldId="298"/>
        </pc:sldMkLst>
        <pc:spChg chg="mod">
          <ac:chgData name="Howarth, Judy" userId="88019a05-5656-4d0d-a3d1-1931a654ed73" providerId="ADAL" clId="{8B50358A-E957-47EB-971B-8F54F380F7CE}" dt="2020-03-10T15:56:28.579" v="74" actId="20577"/>
          <ac:spMkLst>
            <pc:docMk/>
            <pc:sldMk cId="33643281" sldId="298"/>
            <ac:spMk id="3" creationId="{00000000-0000-0000-0000-000000000000}"/>
          </ac:spMkLst>
        </pc:spChg>
        <pc:spChg chg="mod">
          <ac:chgData name="Howarth, Judy" userId="88019a05-5656-4d0d-a3d1-1931a654ed73" providerId="ADAL" clId="{8B50358A-E957-47EB-971B-8F54F380F7CE}" dt="2020-03-10T15:56:32.762" v="78" actId="20577"/>
          <ac:spMkLst>
            <pc:docMk/>
            <pc:sldMk cId="33643281" sldId="298"/>
            <ac:spMk id="5" creationId="{00000000-0000-0000-0000-000000000000}"/>
          </ac:spMkLst>
        </pc:spChg>
      </pc:sldChg>
      <pc:sldChg chg="modSp">
        <pc:chgData name="Howarth, Judy" userId="88019a05-5656-4d0d-a3d1-1931a654ed73" providerId="ADAL" clId="{8B50358A-E957-47EB-971B-8F54F380F7CE}" dt="2020-03-10T15:58:27.179" v="134" actId="20577"/>
        <pc:sldMkLst>
          <pc:docMk/>
          <pc:sldMk cId="2088891144" sldId="299"/>
        </pc:sldMkLst>
        <pc:spChg chg="mod">
          <ac:chgData name="Howarth, Judy" userId="88019a05-5656-4d0d-a3d1-1931a654ed73" providerId="ADAL" clId="{8B50358A-E957-47EB-971B-8F54F380F7CE}" dt="2020-03-10T15:58:23.260" v="130" actId="20577"/>
          <ac:spMkLst>
            <pc:docMk/>
            <pc:sldMk cId="2088891144" sldId="299"/>
            <ac:spMk id="2" creationId="{00000000-0000-0000-0000-000000000000}"/>
          </ac:spMkLst>
        </pc:spChg>
        <pc:spChg chg="mod">
          <ac:chgData name="Howarth, Judy" userId="88019a05-5656-4d0d-a3d1-1931a654ed73" providerId="ADAL" clId="{8B50358A-E957-47EB-971B-8F54F380F7CE}" dt="2020-03-10T15:58:27.179" v="134" actId="20577"/>
          <ac:spMkLst>
            <pc:docMk/>
            <pc:sldMk cId="2088891144" sldId="299"/>
            <ac:spMk id="5" creationId="{00000000-0000-0000-0000-000000000000}"/>
          </ac:spMkLst>
        </pc:spChg>
      </pc:sldChg>
      <pc:sldChg chg="modSp">
        <pc:chgData name="Howarth, Judy" userId="88019a05-5656-4d0d-a3d1-1931a654ed73" providerId="ADAL" clId="{8B50358A-E957-47EB-971B-8F54F380F7CE}" dt="2020-03-10T15:59:37.234" v="166" actId="20577"/>
        <pc:sldMkLst>
          <pc:docMk/>
          <pc:sldMk cId="1003484616" sldId="300"/>
        </pc:sldMkLst>
        <pc:spChg chg="mod">
          <ac:chgData name="Howarth, Judy" userId="88019a05-5656-4d0d-a3d1-1931a654ed73" providerId="ADAL" clId="{8B50358A-E957-47EB-971B-8F54F380F7CE}" dt="2020-03-10T15:59:37.234" v="166" actId="20577"/>
          <ac:spMkLst>
            <pc:docMk/>
            <pc:sldMk cId="1003484616" sldId="300"/>
            <ac:spMk id="5" creationId="{00000000-0000-0000-0000-000000000000}"/>
          </ac:spMkLst>
        </pc:spChg>
      </pc:sldChg>
      <pc:sldChg chg="del">
        <pc:chgData name="Howarth, Judy" userId="88019a05-5656-4d0d-a3d1-1931a654ed73" providerId="ADAL" clId="{8B50358A-E957-47EB-971B-8F54F380F7CE}" dt="2020-03-10T15:59:46.913" v="171" actId="2696"/>
        <pc:sldMkLst>
          <pc:docMk/>
          <pc:sldMk cId="318031246" sldId="302"/>
        </pc:sldMkLst>
      </pc:sldChg>
      <pc:sldChg chg="del">
        <pc:chgData name="Howarth, Judy" userId="88019a05-5656-4d0d-a3d1-1931a654ed73" providerId="ADAL" clId="{8B50358A-E957-47EB-971B-8F54F380F7CE}" dt="2020-03-10T15:59:48.394" v="172" actId="2696"/>
        <pc:sldMkLst>
          <pc:docMk/>
          <pc:sldMk cId="453555804" sldId="303"/>
        </pc:sldMkLst>
      </pc:sldChg>
      <pc:sldChg chg="modSp">
        <pc:chgData name="Howarth, Judy" userId="88019a05-5656-4d0d-a3d1-1931a654ed73" providerId="ADAL" clId="{8B50358A-E957-47EB-971B-8F54F380F7CE}" dt="2020-03-10T15:59:04.457" v="150" actId="20577"/>
        <pc:sldMkLst>
          <pc:docMk/>
          <pc:sldMk cId="1478488146" sldId="304"/>
        </pc:sldMkLst>
        <pc:spChg chg="mod">
          <ac:chgData name="Howarth, Judy" userId="88019a05-5656-4d0d-a3d1-1931a654ed73" providerId="ADAL" clId="{8B50358A-E957-47EB-971B-8F54F380F7CE}" dt="2020-03-10T15:59:04.457" v="150" actId="20577"/>
          <ac:spMkLst>
            <pc:docMk/>
            <pc:sldMk cId="1478488146" sldId="304"/>
            <ac:spMk id="7" creationId="{00000000-0000-0000-0000-000000000000}"/>
          </ac:spMkLst>
        </pc:spChg>
      </pc:sldChg>
      <pc:sldChg chg="modSp">
        <pc:chgData name="Howarth, Judy" userId="88019a05-5656-4d0d-a3d1-1931a654ed73" providerId="ADAL" clId="{8B50358A-E957-47EB-971B-8F54F380F7CE}" dt="2020-03-10T15:59:19.505" v="154" actId="20577"/>
        <pc:sldMkLst>
          <pc:docMk/>
          <pc:sldMk cId="130651525" sldId="307"/>
        </pc:sldMkLst>
        <pc:spChg chg="mod">
          <ac:chgData name="Howarth, Judy" userId="88019a05-5656-4d0d-a3d1-1931a654ed73" providerId="ADAL" clId="{8B50358A-E957-47EB-971B-8F54F380F7CE}" dt="2020-03-10T15:59:19.505" v="154" actId="20577"/>
          <ac:spMkLst>
            <pc:docMk/>
            <pc:sldMk cId="130651525" sldId="307"/>
            <ac:spMk id="4" creationId="{00000000-0000-0000-0000-000000000000}"/>
          </ac:spMkLst>
        </pc:spChg>
      </pc:sldChg>
      <pc:sldChg chg="modSp">
        <pc:chgData name="Howarth, Judy" userId="88019a05-5656-4d0d-a3d1-1931a654ed73" providerId="ADAL" clId="{8B50358A-E957-47EB-971B-8F54F380F7CE}" dt="2020-03-10T15:59:24.609" v="158" actId="20577"/>
        <pc:sldMkLst>
          <pc:docMk/>
          <pc:sldMk cId="1380611736" sldId="308"/>
        </pc:sldMkLst>
        <pc:spChg chg="mod">
          <ac:chgData name="Howarth, Judy" userId="88019a05-5656-4d0d-a3d1-1931a654ed73" providerId="ADAL" clId="{8B50358A-E957-47EB-971B-8F54F380F7CE}" dt="2020-03-10T15:59:24.609" v="158" actId="20577"/>
          <ac:spMkLst>
            <pc:docMk/>
            <pc:sldMk cId="1380611736" sldId="308"/>
            <ac:spMk id="5" creationId="{00000000-0000-0000-0000-000000000000}"/>
          </ac:spMkLst>
        </pc:spChg>
      </pc:sldChg>
      <pc:sldChg chg="del">
        <pc:chgData name="Howarth, Judy" userId="88019a05-5656-4d0d-a3d1-1931a654ed73" providerId="ADAL" clId="{8B50358A-E957-47EB-971B-8F54F380F7CE}" dt="2020-03-10T15:56:43.844" v="79" actId="2696"/>
        <pc:sldMkLst>
          <pc:docMk/>
          <pc:sldMk cId="681192042" sldId="309"/>
        </pc:sldMkLst>
      </pc:sldChg>
      <pc:sldChg chg="del">
        <pc:chgData name="Howarth, Judy" userId="88019a05-5656-4d0d-a3d1-1931a654ed73" providerId="ADAL" clId="{8B50358A-E957-47EB-971B-8F54F380F7CE}" dt="2020-03-10T15:59:49.554" v="173" actId="2696"/>
        <pc:sldMkLst>
          <pc:docMk/>
          <pc:sldMk cId="820579147" sldId="310"/>
        </pc:sldMkLst>
      </pc:sldChg>
      <pc:sldChg chg="modSp">
        <pc:chgData name="Howarth, Judy" userId="88019a05-5656-4d0d-a3d1-1931a654ed73" providerId="ADAL" clId="{8B50358A-E957-47EB-971B-8F54F380F7CE}" dt="2020-03-10T15:58:00.728" v="112" actId="20577"/>
        <pc:sldMkLst>
          <pc:docMk/>
          <pc:sldMk cId="1094474590" sldId="311"/>
        </pc:sldMkLst>
        <pc:spChg chg="mod">
          <ac:chgData name="Howarth, Judy" userId="88019a05-5656-4d0d-a3d1-1931a654ed73" providerId="ADAL" clId="{8B50358A-E957-47EB-971B-8F54F380F7CE}" dt="2020-03-10T15:58:00.728" v="112" actId="20577"/>
          <ac:spMkLst>
            <pc:docMk/>
            <pc:sldMk cId="1094474590" sldId="311"/>
            <ac:spMk id="5" creationId="{00000000-0000-0000-0000-000000000000}"/>
          </ac:spMkLst>
        </pc:spChg>
      </pc:sldChg>
    </pc:docChg>
  </pc:docChgLst>
  <pc:docChgLst>
    <pc:chgData name="Nurul Sarkar" userId="71db43f0-bfba-485f-96db-bcbe321ca22a" providerId="ADAL" clId="{CFDEEDF0-D3BA-4B1D-8308-D5F276B50F7C}"/>
    <pc:docChg chg="undo custSel modSld">
      <pc:chgData name="Nurul Sarkar" userId="71db43f0-bfba-485f-96db-bcbe321ca22a" providerId="ADAL" clId="{CFDEEDF0-D3BA-4B1D-8308-D5F276B50F7C}" dt="2024-04-17T12:28:52.407" v="62" actId="1076"/>
      <pc:docMkLst>
        <pc:docMk/>
      </pc:docMkLst>
      <pc:sldChg chg="modSp mod">
        <pc:chgData name="Nurul Sarkar" userId="71db43f0-bfba-485f-96db-bcbe321ca22a" providerId="ADAL" clId="{CFDEEDF0-D3BA-4B1D-8308-D5F276B50F7C}" dt="2024-04-17T12:20:42.619" v="0" actId="207"/>
        <pc:sldMkLst>
          <pc:docMk/>
          <pc:sldMk cId="1060189009" sldId="258"/>
        </pc:sldMkLst>
        <pc:spChg chg="mod">
          <ac:chgData name="Nurul Sarkar" userId="71db43f0-bfba-485f-96db-bcbe321ca22a" providerId="ADAL" clId="{CFDEEDF0-D3BA-4B1D-8308-D5F276B50F7C}" dt="2024-04-17T12:20:42.619" v="0" actId="207"/>
          <ac:spMkLst>
            <pc:docMk/>
            <pc:sldMk cId="1060189009" sldId="258"/>
            <ac:spMk id="7" creationId="{00000000-0000-0000-0000-000000000000}"/>
          </ac:spMkLst>
        </pc:spChg>
      </pc:sldChg>
      <pc:sldChg chg="modSp mod">
        <pc:chgData name="Nurul Sarkar" userId="71db43f0-bfba-485f-96db-bcbe321ca22a" providerId="ADAL" clId="{CFDEEDF0-D3BA-4B1D-8308-D5F276B50F7C}" dt="2024-04-17T12:21:23.235" v="4" actId="20577"/>
        <pc:sldMkLst>
          <pc:docMk/>
          <pc:sldMk cId="291157095" sldId="260"/>
        </pc:sldMkLst>
        <pc:spChg chg="mod">
          <ac:chgData name="Nurul Sarkar" userId="71db43f0-bfba-485f-96db-bcbe321ca22a" providerId="ADAL" clId="{CFDEEDF0-D3BA-4B1D-8308-D5F276B50F7C}" dt="2024-04-17T12:21:23.235" v="4" actId="20577"/>
          <ac:spMkLst>
            <pc:docMk/>
            <pc:sldMk cId="291157095" sldId="260"/>
            <ac:spMk id="3" creationId="{00000000-0000-0000-0000-000000000000}"/>
          </ac:spMkLst>
        </pc:spChg>
      </pc:sldChg>
      <pc:sldChg chg="modSp mod">
        <pc:chgData name="Nurul Sarkar" userId="71db43f0-bfba-485f-96db-bcbe321ca22a" providerId="ADAL" clId="{CFDEEDF0-D3BA-4B1D-8308-D5F276B50F7C}" dt="2024-04-17T12:21:58.030" v="7" actId="207"/>
        <pc:sldMkLst>
          <pc:docMk/>
          <pc:sldMk cId="2939375657" sldId="264"/>
        </pc:sldMkLst>
        <pc:spChg chg="mod">
          <ac:chgData name="Nurul Sarkar" userId="71db43f0-bfba-485f-96db-bcbe321ca22a" providerId="ADAL" clId="{CFDEEDF0-D3BA-4B1D-8308-D5F276B50F7C}" dt="2024-04-17T12:21:58.030" v="7" actId="207"/>
          <ac:spMkLst>
            <pc:docMk/>
            <pc:sldMk cId="2939375657" sldId="264"/>
            <ac:spMk id="2" creationId="{00000000-0000-0000-0000-000000000000}"/>
          </ac:spMkLst>
        </pc:spChg>
      </pc:sldChg>
      <pc:sldChg chg="modSp mod">
        <pc:chgData name="Nurul Sarkar" userId="71db43f0-bfba-485f-96db-bcbe321ca22a" providerId="ADAL" clId="{CFDEEDF0-D3BA-4B1D-8308-D5F276B50F7C}" dt="2024-04-17T12:22:16.860" v="9" actId="207"/>
        <pc:sldMkLst>
          <pc:docMk/>
          <pc:sldMk cId="3962327187" sldId="265"/>
        </pc:sldMkLst>
        <pc:spChg chg="mod">
          <ac:chgData name="Nurul Sarkar" userId="71db43f0-bfba-485f-96db-bcbe321ca22a" providerId="ADAL" clId="{CFDEEDF0-D3BA-4B1D-8308-D5F276B50F7C}" dt="2024-04-17T12:22:16.860" v="9" actId="207"/>
          <ac:spMkLst>
            <pc:docMk/>
            <pc:sldMk cId="3962327187" sldId="265"/>
            <ac:spMk id="2" creationId="{00000000-0000-0000-0000-000000000000}"/>
          </ac:spMkLst>
        </pc:spChg>
      </pc:sldChg>
      <pc:sldChg chg="modSp mod">
        <pc:chgData name="Nurul Sarkar" userId="71db43f0-bfba-485f-96db-bcbe321ca22a" providerId="ADAL" clId="{CFDEEDF0-D3BA-4B1D-8308-D5F276B50F7C}" dt="2024-04-17T12:23:21.410" v="18" actId="14100"/>
        <pc:sldMkLst>
          <pc:docMk/>
          <pc:sldMk cId="3162789323" sldId="276"/>
        </pc:sldMkLst>
        <pc:spChg chg="mod">
          <ac:chgData name="Nurul Sarkar" userId="71db43f0-bfba-485f-96db-bcbe321ca22a" providerId="ADAL" clId="{CFDEEDF0-D3BA-4B1D-8308-D5F276B50F7C}" dt="2024-04-17T12:23:16.844" v="17" actId="1076"/>
          <ac:spMkLst>
            <pc:docMk/>
            <pc:sldMk cId="3162789323" sldId="276"/>
            <ac:spMk id="2" creationId="{00000000-0000-0000-0000-000000000000}"/>
          </ac:spMkLst>
        </pc:spChg>
        <pc:spChg chg="mod">
          <ac:chgData name="Nurul Sarkar" userId="71db43f0-bfba-485f-96db-bcbe321ca22a" providerId="ADAL" clId="{CFDEEDF0-D3BA-4B1D-8308-D5F276B50F7C}" dt="2024-04-17T12:23:21.410" v="18" actId="14100"/>
          <ac:spMkLst>
            <pc:docMk/>
            <pc:sldMk cId="3162789323" sldId="276"/>
            <ac:spMk id="3" creationId="{00000000-0000-0000-0000-000000000000}"/>
          </ac:spMkLst>
        </pc:spChg>
      </pc:sldChg>
      <pc:sldChg chg="modSp mod">
        <pc:chgData name="Nurul Sarkar" userId="71db43f0-bfba-485f-96db-bcbe321ca22a" providerId="ADAL" clId="{CFDEEDF0-D3BA-4B1D-8308-D5F276B50F7C}" dt="2024-04-17T12:24:28.363" v="24" actId="207"/>
        <pc:sldMkLst>
          <pc:docMk/>
          <pc:sldMk cId="2668287326" sldId="280"/>
        </pc:sldMkLst>
        <pc:spChg chg="mod">
          <ac:chgData name="Nurul Sarkar" userId="71db43f0-bfba-485f-96db-bcbe321ca22a" providerId="ADAL" clId="{CFDEEDF0-D3BA-4B1D-8308-D5F276B50F7C}" dt="2024-04-17T12:24:28.363" v="24" actId="207"/>
          <ac:spMkLst>
            <pc:docMk/>
            <pc:sldMk cId="2668287326" sldId="280"/>
            <ac:spMk id="7" creationId="{00000000-0000-0000-0000-000000000000}"/>
          </ac:spMkLst>
        </pc:spChg>
        <pc:spChg chg="mod">
          <ac:chgData name="Nurul Sarkar" userId="71db43f0-bfba-485f-96db-bcbe321ca22a" providerId="ADAL" clId="{CFDEEDF0-D3BA-4B1D-8308-D5F276B50F7C}" dt="2024-04-17T12:24:20.713" v="20" actId="14100"/>
          <ac:spMkLst>
            <pc:docMk/>
            <pc:sldMk cId="2668287326" sldId="280"/>
            <ac:spMk id="8" creationId="{00000000-0000-0000-0000-000000000000}"/>
          </ac:spMkLst>
        </pc:spChg>
      </pc:sldChg>
      <pc:sldChg chg="modSp mod">
        <pc:chgData name="Nurul Sarkar" userId="71db43f0-bfba-485f-96db-bcbe321ca22a" providerId="ADAL" clId="{CFDEEDF0-D3BA-4B1D-8308-D5F276B50F7C}" dt="2024-04-17T12:25:55.981" v="36" actId="14100"/>
        <pc:sldMkLst>
          <pc:docMk/>
          <pc:sldMk cId="411454138" sldId="281"/>
        </pc:sldMkLst>
        <pc:spChg chg="mod">
          <ac:chgData name="Nurul Sarkar" userId="71db43f0-bfba-485f-96db-bcbe321ca22a" providerId="ADAL" clId="{CFDEEDF0-D3BA-4B1D-8308-D5F276B50F7C}" dt="2024-04-17T12:25:01.992" v="27" actId="1076"/>
          <ac:spMkLst>
            <pc:docMk/>
            <pc:sldMk cId="411454138" sldId="281"/>
            <ac:spMk id="2" creationId="{00000000-0000-0000-0000-000000000000}"/>
          </ac:spMkLst>
        </pc:spChg>
        <pc:spChg chg="mod">
          <ac:chgData name="Nurul Sarkar" userId="71db43f0-bfba-485f-96db-bcbe321ca22a" providerId="ADAL" clId="{CFDEEDF0-D3BA-4B1D-8308-D5F276B50F7C}" dt="2024-04-17T12:25:44.947" v="33" actId="27636"/>
          <ac:spMkLst>
            <pc:docMk/>
            <pc:sldMk cId="411454138" sldId="281"/>
            <ac:spMk id="6" creationId="{00000000-0000-0000-0000-000000000000}"/>
          </ac:spMkLst>
        </pc:spChg>
        <pc:picChg chg="mod">
          <ac:chgData name="Nurul Sarkar" userId="71db43f0-bfba-485f-96db-bcbe321ca22a" providerId="ADAL" clId="{CFDEEDF0-D3BA-4B1D-8308-D5F276B50F7C}" dt="2024-04-17T12:25:55.981" v="36" actId="14100"/>
          <ac:picMkLst>
            <pc:docMk/>
            <pc:sldMk cId="411454138" sldId="281"/>
            <ac:picMk id="8" creationId="{00000000-0000-0000-0000-000000000000}"/>
          </ac:picMkLst>
        </pc:picChg>
      </pc:sldChg>
      <pc:sldChg chg="modSp mod">
        <pc:chgData name="Nurul Sarkar" userId="71db43f0-bfba-485f-96db-bcbe321ca22a" providerId="ADAL" clId="{CFDEEDF0-D3BA-4B1D-8308-D5F276B50F7C}" dt="2024-04-17T12:26:31.531" v="38" actId="207"/>
        <pc:sldMkLst>
          <pc:docMk/>
          <pc:sldMk cId="2949204892" sldId="282"/>
        </pc:sldMkLst>
        <pc:spChg chg="mod">
          <ac:chgData name="Nurul Sarkar" userId="71db43f0-bfba-485f-96db-bcbe321ca22a" providerId="ADAL" clId="{CFDEEDF0-D3BA-4B1D-8308-D5F276B50F7C}" dt="2024-04-17T12:26:31.531" v="38" actId="207"/>
          <ac:spMkLst>
            <pc:docMk/>
            <pc:sldMk cId="2949204892" sldId="282"/>
            <ac:spMk id="7" creationId="{00000000-0000-0000-0000-000000000000}"/>
          </ac:spMkLst>
        </pc:spChg>
      </pc:sldChg>
      <pc:sldChg chg="modSp mod">
        <pc:chgData name="Nurul Sarkar" userId="71db43f0-bfba-485f-96db-bcbe321ca22a" providerId="ADAL" clId="{CFDEEDF0-D3BA-4B1D-8308-D5F276B50F7C}" dt="2024-04-17T12:26:38.379" v="40" actId="207"/>
        <pc:sldMkLst>
          <pc:docMk/>
          <pc:sldMk cId="4287126325" sldId="283"/>
        </pc:sldMkLst>
        <pc:spChg chg="mod">
          <ac:chgData name="Nurul Sarkar" userId="71db43f0-bfba-485f-96db-bcbe321ca22a" providerId="ADAL" clId="{CFDEEDF0-D3BA-4B1D-8308-D5F276B50F7C}" dt="2024-04-17T12:26:38.379" v="40" actId="207"/>
          <ac:spMkLst>
            <pc:docMk/>
            <pc:sldMk cId="4287126325" sldId="283"/>
            <ac:spMk id="2" creationId="{00000000-0000-0000-0000-000000000000}"/>
          </ac:spMkLst>
        </pc:spChg>
      </pc:sldChg>
      <pc:sldChg chg="modSp mod">
        <pc:chgData name="Nurul Sarkar" userId="71db43f0-bfba-485f-96db-bcbe321ca22a" providerId="ADAL" clId="{CFDEEDF0-D3BA-4B1D-8308-D5F276B50F7C}" dt="2024-04-17T12:26:54.898" v="44" actId="1076"/>
        <pc:sldMkLst>
          <pc:docMk/>
          <pc:sldMk cId="3085711624" sldId="284"/>
        </pc:sldMkLst>
        <pc:spChg chg="mod">
          <ac:chgData name="Nurul Sarkar" userId="71db43f0-bfba-485f-96db-bcbe321ca22a" providerId="ADAL" clId="{CFDEEDF0-D3BA-4B1D-8308-D5F276B50F7C}" dt="2024-04-17T12:26:46.482" v="43" actId="207"/>
          <ac:spMkLst>
            <pc:docMk/>
            <pc:sldMk cId="3085711624" sldId="284"/>
            <ac:spMk id="2" creationId="{00000000-0000-0000-0000-000000000000}"/>
          </ac:spMkLst>
        </pc:spChg>
        <pc:spChg chg="mod">
          <ac:chgData name="Nurul Sarkar" userId="71db43f0-bfba-485f-96db-bcbe321ca22a" providerId="ADAL" clId="{CFDEEDF0-D3BA-4B1D-8308-D5F276B50F7C}" dt="2024-04-17T12:26:54.898" v="44" actId="1076"/>
          <ac:spMkLst>
            <pc:docMk/>
            <pc:sldMk cId="3085711624" sldId="284"/>
            <ac:spMk id="3" creationId="{00000000-0000-0000-0000-000000000000}"/>
          </ac:spMkLst>
        </pc:spChg>
      </pc:sldChg>
      <pc:sldChg chg="modSp mod">
        <pc:chgData name="Nurul Sarkar" userId="71db43f0-bfba-485f-96db-bcbe321ca22a" providerId="ADAL" clId="{CFDEEDF0-D3BA-4B1D-8308-D5F276B50F7C}" dt="2024-04-17T12:27:08.412" v="48" actId="207"/>
        <pc:sldMkLst>
          <pc:docMk/>
          <pc:sldMk cId="11114126" sldId="285"/>
        </pc:sldMkLst>
        <pc:spChg chg="mod">
          <ac:chgData name="Nurul Sarkar" userId="71db43f0-bfba-485f-96db-bcbe321ca22a" providerId="ADAL" clId="{CFDEEDF0-D3BA-4B1D-8308-D5F276B50F7C}" dt="2024-04-17T12:27:08.412" v="48" actId="207"/>
          <ac:spMkLst>
            <pc:docMk/>
            <pc:sldMk cId="11114126" sldId="285"/>
            <ac:spMk id="2" creationId="{00000000-0000-0000-0000-000000000000}"/>
          </ac:spMkLst>
        </pc:spChg>
        <pc:spChg chg="mod">
          <ac:chgData name="Nurul Sarkar" userId="71db43f0-bfba-485f-96db-bcbe321ca22a" providerId="ADAL" clId="{CFDEEDF0-D3BA-4B1D-8308-D5F276B50F7C}" dt="2024-04-17T12:27:00.260" v="46" actId="1076"/>
          <ac:spMkLst>
            <pc:docMk/>
            <pc:sldMk cId="11114126" sldId="285"/>
            <ac:spMk id="3" creationId="{00000000-0000-0000-0000-000000000000}"/>
          </ac:spMkLst>
        </pc:spChg>
      </pc:sldChg>
      <pc:sldChg chg="modSp mod">
        <pc:chgData name="Nurul Sarkar" userId="71db43f0-bfba-485f-96db-bcbe321ca22a" providerId="ADAL" clId="{CFDEEDF0-D3BA-4B1D-8308-D5F276B50F7C}" dt="2024-04-17T12:27:26.551" v="54" actId="14100"/>
        <pc:sldMkLst>
          <pc:docMk/>
          <pc:sldMk cId="1146905981" sldId="286"/>
        </pc:sldMkLst>
        <pc:spChg chg="mod">
          <ac:chgData name="Nurul Sarkar" userId="71db43f0-bfba-485f-96db-bcbe321ca22a" providerId="ADAL" clId="{CFDEEDF0-D3BA-4B1D-8308-D5F276B50F7C}" dt="2024-04-17T12:27:19.239" v="51" actId="207"/>
          <ac:spMkLst>
            <pc:docMk/>
            <pc:sldMk cId="1146905981" sldId="286"/>
            <ac:spMk id="2" creationId="{00000000-0000-0000-0000-000000000000}"/>
          </ac:spMkLst>
        </pc:spChg>
        <pc:picChg chg="mod">
          <ac:chgData name="Nurul Sarkar" userId="71db43f0-bfba-485f-96db-bcbe321ca22a" providerId="ADAL" clId="{CFDEEDF0-D3BA-4B1D-8308-D5F276B50F7C}" dt="2024-04-17T12:27:26.551" v="54" actId="14100"/>
          <ac:picMkLst>
            <pc:docMk/>
            <pc:sldMk cId="1146905981" sldId="286"/>
            <ac:picMk id="6" creationId="{00000000-0000-0000-0000-000000000000}"/>
          </ac:picMkLst>
        </pc:picChg>
      </pc:sldChg>
      <pc:sldChg chg="modSp mod">
        <pc:chgData name="Nurul Sarkar" userId="71db43f0-bfba-485f-96db-bcbe321ca22a" providerId="ADAL" clId="{CFDEEDF0-D3BA-4B1D-8308-D5F276B50F7C}" dt="2024-04-17T12:28:25.500" v="57" actId="1076"/>
        <pc:sldMkLst>
          <pc:docMk/>
          <pc:sldMk cId="3615218918" sldId="319"/>
        </pc:sldMkLst>
        <pc:spChg chg="mod">
          <ac:chgData name="Nurul Sarkar" userId="71db43f0-bfba-485f-96db-bcbe321ca22a" providerId="ADAL" clId="{CFDEEDF0-D3BA-4B1D-8308-D5F276B50F7C}" dt="2024-04-17T12:28:20.289" v="56" actId="1076"/>
          <ac:spMkLst>
            <pc:docMk/>
            <pc:sldMk cId="3615218918" sldId="319"/>
            <ac:spMk id="7" creationId="{00000000-0000-0000-0000-000000000000}"/>
          </ac:spMkLst>
        </pc:spChg>
        <pc:spChg chg="mod">
          <ac:chgData name="Nurul Sarkar" userId="71db43f0-bfba-485f-96db-bcbe321ca22a" providerId="ADAL" clId="{CFDEEDF0-D3BA-4B1D-8308-D5F276B50F7C}" dt="2024-04-17T12:28:25.500" v="57" actId="1076"/>
          <ac:spMkLst>
            <pc:docMk/>
            <pc:sldMk cId="3615218918" sldId="319"/>
            <ac:spMk id="8" creationId="{00000000-0000-0000-0000-000000000000}"/>
          </ac:spMkLst>
        </pc:spChg>
      </pc:sldChg>
      <pc:sldChg chg="modSp mod">
        <pc:chgData name="Nurul Sarkar" userId="71db43f0-bfba-485f-96db-bcbe321ca22a" providerId="ADAL" clId="{CFDEEDF0-D3BA-4B1D-8308-D5F276B50F7C}" dt="2024-04-17T12:28:52.407" v="62" actId="1076"/>
        <pc:sldMkLst>
          <pc:docMk/>
          <pc:sldMk cId="1612554991" sldId="320"/>
        </pc:sldMkLst>
        <pc:spChg chg="mod">
          <ac:chgData name="Nurul Sarkar" userId="71db43f0-bfba-485f-96db-bcbe321ca22a" providerId="ADAL" clId="{CFDEEDF0-D3BA-4B1D-8308-D5F276B50F7C}" dt="2024-04-17T12:28:42.331" v="60" actId="1076"/>
          <ac:spMkLst>
            <pc:docMk/>
            <pc:sldMk cId="1612554991" sldId="320"/>
            <ac:spMk id="2" creationId="{00000000-0000-0000-0000-000000000000}"/>
          </ac:spMkLst>
        </pc:spChg>
        <pc:spChg chg="mod">
          <ac:chgData name="Nurul Sarkar" userId="71db43f0-bfba-485f-96db-bcbe321ca22a" providerId="ADAL" clId="{CFDEEDF0-D3BA-4B1D-8308-D5F276B50F7C}" dt="2024-04-17T12:28:52.407" v="62" actId="1076"/>
          <ac:spMkLst>
            <pc:docMk/>
            <pc:sldMk cId="1612554991" sldId="32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696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3855838" y="0"/>
            <a:ext cx="2949787" cy="496967"/>
          </a:xfrm>
          <a:prstGeom prst="rect">
            <a:avLst/>
          </a:prstGeom>
        </p:spPr>
        <p:txBody>
          <a:bodyPr vert="horz" lIns="96661" tIns="48331" rIns="96661" bIns="48331" rtlCol="0"/>
          <a:lstStyle>
            <a:lvl1pPr algn="r">
              <a:defRPr sz="1300"/>
            </a:lvl1pPr>
          </a:lstStyle>
          <a:p>
            <a:fld id="{E194C1A8-DC4B-4329-AF88-FD913597DE85}" type="datetimeFigureOut">
              <a:rPr lang="en-US" smtClean="0"/>
              <a:t>10/9/2024</a:t>
            </a:fld>
            <a:endParaRPr lang="en-US" dirty="0"/>
          </a:p>
        </p:txBody>
      </p:sp>
      <p:sp>
        <p:nvSpPr>
          <p:cNvPr id="4" name="Slide Image Placeholder 3"/>
          <p:cNvSpPr>
            <a:spLocks noGrp="1" noRot="1" noChangeAspect="1"/>
          </p:cNvSpPr>
          <p:nvPr>
            <p:ph type="sldImg" idx="2"/>
          </p:nvPr>
        </p:nvSpPr>
        <p:spPr>
          <a:xfrm>
            <a:off x="90488" y="746125"/>
            <a:ext cx="6626225" cy="3727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680720" y="4721186"/>
            <a:ext cx="5445760" cy="4472702"/>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6"/>
            <a:ext cx="2949787" cy="496967"/>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5838" y="9440646"/>
            <a:ext cx="2949787" cy="496967"/>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2</a:t>
            </a:fld>
            <a:endParaRPr lang="en-US" dirty="0"/>
          </a:p>
        </p:txBody>
      </p:sp>
    </p:spTree>
    <p:extLst>
      <p:ext uri="{BB962C8B-B14F-4D97-AF65-F5344CB8AC3E}">
        <p14:creationId xmlns:p14="http://schemas.microsoft.com/office/powerpoint/2010/main" val="1288907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6"/>
            <a:ext cx="117856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Book Title</a:t>
            </a:r>
          </a:p>
        </p:txBody>
      </p:sp>
      <p:sp>
        <p:nvSpPr>
          <p:cNvPr id="25" name="Edition"/>
          <p:cNvSpPr>
            <a:spLocks noGrp="1"/>
          </p:cNvSpPr>
          <p:nvPr>
            <p:ph sz="quarter" idx="17" hasCustomPrompt="1"/>
          </p:nvPr>
        </p:nvSpPr>
        <p:spPr>
          <a:xfrm>
            <a:off x="203200" y="1752600"/>
            <a:ext cx="117856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dirty="0"/>
              <a:t>Edition</a:t>
            </a:r>
          </a:p>
        </p:txBody>
      </p:sp>
      <p:sp>
        <p:nvSpPr>
          <p:cNvPr id="27" name="Author"/>
          <p:cNvSpPr>
            <a:spLocks noGrp="1"/>
          </p:cNvSpPr>
          <p:nvPr>
            <p:ph sz="quarter" idx="18" hasCustomPrompt="1"/>
          </p:nvPr>
        </p:nvSpPr>
        <p:spPr>
          <a:xfrm>
            <a:off x="203200" y="2362200"/>
            <a:ext cx="117856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dirty="0"/>
              <a:t>Authors</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a:t>
            </a:r>
          </a:p>
        </p:txBody>
      </p:sp>
      <p:sp>
        <p:nvSpPr>
          <p:cNvPr id="31" name="CT"/>
          <p:cNvSpPr>
            <a:spLocks noGrp="1"/>
          </p:cNvSpPr>
          <p:nvPr>
            <p:ph sz="quarter" idx="20" hasCustomPrompt="1"/>
          </p:nvPr>
        </p:nvSpPr>
        <p:spPr>
          <a:xfrm>
            <a:off x="203200" y="4267200"/>
            <a:ext cx="11785600" cy="24384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203200" y="228600"/>
            <a:ext cx="117856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203200" y="762000"/>
            <a:ext cx="117856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203200" y="3505200"/>
            <a:ext cx="117856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203200" y="5029200"/>
            <a:ext cx="117856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203200" y="6096000"/>
            <a:ext cx="117856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699" y="777241"/>
            <a:ext cx="11391901"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406400" y="1752600"/>
            <a:ext cx="113792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406400" y="1752600"/>
            <a:ext cx="113792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406400" y="1752600"/>
            <a:ext cx="113792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406400" y="1752600"/>
            <a:ext cx="113792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406400" y="1752600"/>
            <a:ext cx="11379200" cy="4495800"/>
          </a:xfrm>
          <a:prstGeom prst="rect">
            <a:avLst/>
          </a:prstGeom>
        </p:spPr>
        <p:txBody>
          <a:bodyPr>
            <a:normAutofit/>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0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406400" y="1752600"/>
            <a:ext cx="113792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406400" y="1752600"/>
            <a:ext cx="5384800" cy="4419600"/>
          </a:xfrm>
          <a:prstGeom prst="rect">
            <a:avLst/>
          </a:prstGeom>
        </p:spPr>
        <p:txBody>
          <a:bodyPr numCol="1" spcCol="548640">
            <a:normAutofit/>
          </a:bodyPr>
          <a:lstStyle>
            <a:lvl1pPr marL="457200" marR="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b="0" i="0" baseline="0">
                <a:latin typeface="Calibri" charset="0"/>
                <a:ea typeface="Calibri" charset="0"/>
                <a:cs typeface="Calibri" charset="0"/>
              </a:defRPr>
            </a:lvl1pPr>
          </a:lstStyle>
          <a:p>
            <a:pPr lvl="0"/>
            <a:r>
              <a:rPr lang="en-US" dirty="0"/>
              <a:t>This Is a Sample Outline for Two-Column (2 Boxes) and Double-numbered</a:t>
            </a:r>
          </a:p>
          <a:p>
            <a:pPr lvl="0"/>
            <a:r>
              <a:rPr lang="en-US" dirty="0"/>
              <a:t>It is Two-column </a:t>
            </a:r>
          </a:p>
          <a:p>
            <a:pPr lvl="0"/>
            <a:r>
              <a:rPr lang="en-US" dirty="0"/>
              <a:t>This Outline Has No Sub-lists</a:t>
            </a:r>
          </a:p>
          <a:p>
            <a:pPr lvl="0"/>
            <a:r>
              <a:rPr lang="en-US" dirty="0"/>
              <a:t>This List Is Double-numbered</a:t>
            </a:r>
          </a:p>
        </p:txBody>
      </p:sp>
      <p:sp>
        <p:nvSpPr>
          <p:cNvPr id="7" name="COBNL2"/>
          <p:cNvSpPr>
            <a:spLocks noGrp="1"/>
          </p:cNvSpPr>
          <p:nvPr>
            <p:ph sz="quarter" idx="15" hasCustomPrompt="1"/>
          </p:nvPr>
        </p:nvSpPr>
        <p:spPr>
          <a:xfrm>
            <a:off x="6356349" y="1752600"/>
            <a:ext cx="5384800" cy="4419600"/>
          </a:xfrm>
          <a:prstGeom prst="rect">
            <a:avLst/>
          </a:prstGeom>
        </p:spPr>
        <p:txBody>
          <a:bodyPr numCol="1" spcCol="548640">
            <a:normAutofit/>
          </a:bodyPr>
          <a:lstStyle>
            <a:lvl1pPr marL="292608" marR="0" indent="-292608"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b="0" i="0" baseline="0">
                <a:latin typeface="Calibri" charset="0"/>
                <a:ea typeface="Calibri" charset="0"/>
                <a:cs typeface="Calibri" charset="0"/>
              </a:defRPr>
            </a:lvl1pPr>
          </a:lstStyle>
          <a:p>
            <a:pPr lvl="0"/>
            <a:r>
              <a:rPr lang="en-US" dirty="0"/>
              <a:t>The Outline Slide Has a Footer</a:t>
            </a:r>
          </a:p>
          <a:p>
            <a:pPr lvl="0"/>
            <a:r>
              <a:rPr lang="en-US" dirty="0"/>
              <a:t>Outline Items Usually Have No Ending Punctuation</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406400" y="1752600"/>
            <a:ext cx="113792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Sons,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Tree>
    <p:extLst>
      <p:ext uri="{BB962C8B-B14F-4D97-AF65-F5344CB8AC3E}">
        <p14:creationId xmlns:p14="http://schemas.microsoft.com/office/powerpoint/2010/main" val="3954085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406400" y="1752600"/>
            <a:ext cx="11379200" cy="4495800"/>
          </a:xfrm>
          <a:prstGeom prst="rect">
            <a:avLst/>
          </a:prstGeom>
        </p:spPr>
        <p:txBody>
          <a:bodyPr>
            <a:normAutofit/>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0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2-</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3142939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06400" y="743712"/>
            <a:ext cx="113792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406400" y="1752600"/>
            <a:ext cx="113792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8610600" y="6356351"/>
            <a:ext cx="3175000" cy="365125"/>
          </a:xfrm>
          <a:prstGeom prst="rect">
            <a:avLst/>
          </a:prstGeom>
        </p:spPr>
        <p:txBody>
          <a:bodyPr/>
          <a:lstStyle>
            <a:lvl1pPr>
              <a:defRPr b="0" i="0">
                <a:latin typeface="Calibri" charset="0"/>
                <a:ea typeface="Calibri" charset="0"/>
                <a:cs typeface="Calibri" charset="0"/>
              </a:defRPr>
            </a:lvl1pPr>
          </a:lstStyle>
          <a:p>
            <a:r>
              <a:rPr lang="en-US" dirty="0"/>
              <a:t>11-</a:t>
            </a:r>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406400" y="743712"/>
            <a:ext cx="113792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406400" y="1752600"/>
            <a:ext cx="113792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406400" y="1752600"/>
            <a:ext cx="113792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406400" y="1752600"/>
            <a:ext cx="113792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768351"/>
            <a:ext cx="113792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406400" y="1752600"/>
            <a:ext cx="113792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406400" y="5867400"/>
            <a:ext cx="113792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914402"/>
            <a:ext cx="113792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406400" y="1905000"/>
            <a:ext cx="113792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6299200" y="1752600"/>
            <a:ext cx="54864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5350051"/>
            <a:ext cx="113792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406400" y="820739"/>
            <a:ext cx="113792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406400" y="5780676"/>
            <a:ext cx="113792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8610600" y="6356351"/>
            <a:ext cx="3175000" cy="365125"/>
          </a:xfrm>
        </p:spPr>
        <p:txBody>
          <a:bodyPr/>
          <a:lstStyle>
            <a:lvl1pPr>
              <a:defRPr b="0" i="0">
                <a:latin typeface="Calibri" charset="0"/>
                <a:ea typeface="Calibri" charset="0"/>
                <a:cs typeface="Calibri" charset="0"/>
              </a:defRPr>
            </a:lvl1pPr>
          </a:lstStyle>
          <a:p>
            <a:r>
              <a:rPr lang="en-US" dirty="0"/>
              <a:t>11-</a:t>
            </a:r>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406400" y="5920581"/>
            <a:ext cx="113792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406400" y="820738"/>
            <a:ext cx="113792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8610600" y="6356351"/>
            <a:ext cx="3175000" cy="365125"/>
          </a:xfrm>
        </p:spPr>
        <p:txBody>
          <a:bodyPr/>
          <a:lstStyle>
            <a:lvl1pPr>
              <a:defRPr b="0" i="0">
                <a:latin typeface="Calibri" charset="0"/>
                <a:ea typeface="Calibri" charset="0"/>
                <a:cs typeface="Calibri" charset="0"/>
              </a:defRPr>
            </a:lvl1pPr>
          </a:lstStyle>
          <a:p>
            <a:r>
              <a:rPr lang="en-US" dirty="0"/>
              <a:t>11-</a:t>
            </a:r>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©2021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theme" Target="../theme/theme6.xml"/><Relationship Id="rId4"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93699" y="777242"/>
            <a:ext cx="11391901"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17" name="Straight Connector 16"/>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11-</a:t>
            </a:r>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 id="2147483980" r:id="rId12"/>
    <p:sldLayoutId id="2147483981" r:id="rId13"/>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43714"/>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8272" y="762002"/>
            <a:ext cx="11387328"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2016" y="762001"/>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©2021 John Wiley &amp; Sons, Inc. </a:t>
            </a:r>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038600" y="6400801"/>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t>Copyright ©2021 John Wiley &amp; Sons, Inc. </a:t>
            </a:r>
          </a:p>
        </p:txBody>
      </p:sp>
      <p:sp>
        <p:nvSpPr>
          <p:cNvPr id="6" name="Slide Number Placeholder 5"/>
          <p:cNvSpPr>
            <a:spLocks noGrp="1"/>
          </p:cNvSpPr>
          <p:nvPr>
            <p:ph type="sldNum" sz="quarter" idx="4"/>
          </p:nvPr>
        </p:nvSpPr>
        <p:spPr>
          <a:xfrm>
            <a:off x="8610600" y="6356351"/>
            <a:ext cx="3172968" cy="365125"/>
          </a:xfrm>
          <a:prstGeom prst="rect">
            <a:avLst/>
          </a:prstGeom>
        </p:spPr>
        <p:txBody>
          <a:bodyPr vert="horz" lIns="91440" tIns="45720" rIns="91440" bIns="45720" rtlCol="0" anchor="ctr"/>
          <a:lstStyle>
            <a:lvl1pPr algn="r">
              <a:defRPr sz="1200">
                <a:solidFill>
                  <a:schemeClr val="tx1"/>
                </a:solidFill>
              </a:defRPr>
            </a:lvl1pPr>
          </a:lstStyle>
          <a:p>
            <a:r>
              <a:rPr lang="en-US" dirty="0"/>
              <a:t>11-</a:t>
            </a:r>
            <a:fld id="{42181430-7FCB-BA4C-90CE-EB7ACCC9EC50}" type="slidenum">
              <a:rPr lang="en-US" smtClean="0"/>
              <a:pPr/>
              <a:t>‹#›</a:t>
            </a:fld>
            <a:endParaRPr lang="en-US" dirty="0"/>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Data Communications</a:t>
            </a:r>
          </a:p>
        </p:txBody>
      </p:sp>
      <p:sp>
        <p:nvSpPr>
          <p:cNvPr id="3" name="Content Placeholder 2"/>
          <p:cNvSpPr>
            <a:spLocks noGrp="1"/>
          </p:cNvSpPr>
          <p:nvPr>
            <p:ph sz="quarter" idx="17"/>
          </p:nvPr>
        </p:nvSpPr>
        <p:spPr/>
        <p:txBody>
          <a:bodyPr/>
          <a:lstStyle/>
          <a:p>
            <a:r>
              <a:rPr lang="en-US" dirty="0"/>
              <a:t>Fourteenth Edition</a:t>
            </a:r>
          </a:p>
        </p:txBody>
      </p:sp>
      <p:sp>
        <p:nvSpPr>
          <p:cNvPr id="4" name="Content Placeholder 3"/>
          <p:cNvSpPr>
            <a:spLocks noGrp="1"/>
          </p:cNvSpPr>
          <p:nvPr>
            <p:ph sz="quarter" idx="18"/>
          </p:nvPr>
        </p:nvSpPr>
        <p:spPr/>
        <p:txBody>
          <a:bodyPr/>
          <a:lstStyle/>
          <a:p>
            <a:r>
              <a:rPr lang="en-US" dirty="0"/>
              <a:t>Jerry FitzGerald, Alan Dennis, and Alexandra Durcikova</a:t>
            </a:r>
          </a:p>
        </p:txBody>
      </p:sp>
      <p:sp>
        <p:nvSpPr>
          <p:cNvPr id="5" name="Content Placeholder 4"/>
          <p:cNvSpPr>
            <a:spLocks noGrp="1"/>
          </p:cNvSpPr>
          <p:nvPr>
            <p:ph sz="quarter" idx="19"/>
          </p:nvPr>
        </p:nvSpPr>
        <p:spPr/>
        <p:txBody>
          <a:bodyPr/>
          <a:lstStyle/>
          <a:p>
            <a:r>
              <a:rPr lang="en-US" dirty="0"/>
              <a:t>Chapter 11</a:t>
            </a:r>
          </a:p>
        </p:txBody>
      </p:sp>
      <p:sp>
        <p:nvSpPr>
          <p:cNvPr id="6" name="Content Placeholder 5"/>
          <p:cNvSpPr>
            <a:spLocks noGrp="1"/>
          </p:cNvSpPr>
          <p:nvPr>
            <p:ph sz="quarter" idx="20"/>
          </p:nvPr>
        </p:nvSpPr>
        <p:spPr/>
        <p:txBody>
          <a:bodyPr/>
          <a:lstStyle/>
          <a:p>
            <a:r>
              <a:rPr lang="en-US" dirty="0"/>
              <a:t>Network Security</a:t>
            </a:r>
          </a:p>
        </p:txBody>
      </p:sp>
    </p:spTree>
    <p:extLst>
      <p:ext uri="{BB962C8B-B14F-4D97-AF65-F5344CB8AC3E}">
        <p14:creationId xmlns:p14="http://schemas.microsoft.com/office/powerpoint/2010/main" val="66050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Learning Objectives</a:t>
            </a:r>
          </a:p>
        </p:txBody>
      </p:sp>
      <p:sp>
        <p:nvSpPr>
          <p:cNvPr id="8" name="Content Placeholder 7"/>
          <p:cNvSpPr>
            <a:spLocks noGrp="1"/>
          </p:cNvSpPr>
          <p:nvPr>
            <p:ph sz="quarter" idx="16"/>
          </p:nvPr>
        </p:nvSpPr>
        <p:spPr/>
        <p:txBody>
          <a:bodyPr/>
          <a:lstStyle/>
          <a:p>
            <a:pPr>
              <a:buFont typeface="Arial" panose="020B0604020202020204" pitchFamily="34" charset="0"/>
              <a:buChar char="•"/>
            </a:pPr>
            <a:r>
              <a:rPr lang="en-US" dirty="0"/>
              <a:t>Be familiar with the major threats to </a:t>
            </a:r>
            <a:r>
              <a:rPr lang="en-US" dirty="0">
                <a:solidFill>
                  <a:srgbClr val="FF0000"/>
                </a:solidFill>
              </a:rPr>
              <a:t>network security.</a:t>
            </a:r>
          </a:p>
          <a:p>
            <a:pPr>
              <a:buFont typeface="Arial" panose="020B0604020202020204" pitchFamily="34" charset="0"/>
              <a:buChar char="•"/>
            </a:pPr>
            <a:r>
              <a:rPr lang="en-US" dirty="0"/>
              <a:t>Be familiar with how to </a:t>
            </a:r>
            <a:r>
              <a:rPr lang="en-US" dirty="0">
                <a:solidFill>
                  <a:srgbClr val="FF0000"/>
                </a:solidFill>
              </a:rPr>
              <a:t>conduct a risk assessment.</a:t>
            </a:r>
          </a:p>
          <a:p>
            <a:pPr>
              <a:buFont typeface="Arial" panose="020B0604020202020204" pitchFamily="34" charset="0"/>
              <a:buChar char="•"/>
            </a:pPr>
            <a:r>
              <a:rPr lang="en-US" dirty="0"/>
              <a:t>Develop an understanding of ensuring </a:t>
            </a:r>
            <a:r>
              <a:rPr lang="en-US" dirty="0">
                <a:solidFill>
                  <a:srgbClr val="FF0000"/>
                </a:solidFill>
              </a:rPr>
              <a:t>business continuity</a:t>
            </a:r>
          </a:p>
          <a:p>
            <a:pPr>
              <a:buFont typeface="Arial" panose="020B0604020202020204" pitchFamily="34" charset="0"/>
              <a:buChar char="•"/>
            </a:pPr>
            <a:r>
              <a:rPr lang="en-US" dirty="0"/>
              <a:t>Develop an understanding of </a:t>
            </a:r>
            <a:r>
              <a:rPr lang="en-US" dirty="0">
                <a:solidFill>
                  <a:srgbClr val="FF0000"/>
                </a:solidFill>
              </a:rPr>
              <a:t>preventing intrusion.</a:t>
            </a:r>
          </a:p>
        </p:txBody>
      </p:sp>
      <p:sp>
        <p:nvSpPr>
          <p:cNvPr id="9" name="Footer Placeholder 8"/>
          <p:cNvSpPr>
            <a:spLocks noGrp="1"/>
          </p:cNvSpPr>
          <p:nvPr>
            <p:ph type="ftr" sz="quarter" idx="11"/>
          </p:nvPr>
        </p:nvSpPr>
        <p:spPr/>
        <p:txBody>
          <a:bodyPr/>
          <a:lstStyle/>
          <a:p>
            <a:r>
              <a:rPr lang="en-US" dirty="0"/>
              <a:t>Copyright ©2021 John Wiley &amp; Sons, Inc. </a:t>
            </a:r>
          </a:p>
        </p:txBody>
      </p:sp>
      <p:sp>
        <p:nvSpPr>
          <p:cNvPr id="10" name="Slide Number Placeholder 9"/>
          <p:cNvSpPr>
            <a:spLocks noGrp="1"/>
          </p:cNvSpPr>
          <p:nvPr>
            <p:ph type="sldNum" sz="quarter" idx="12"/>
          </p:nvPr>
        </p:nvSpPr>
        <p:spPr/>
        <p:txBody>
          <a:bodyPr/>
          <a:lstStyle/>
          <a:p>
            <a:r>
              <a:rPr lang="en-US" dirty="0"/>
              <a:t>11-</a:t>
            </a:r>
            <a:fld id="{957104EA-F2AF-1046-9253-EE8D978719B5}" type="slidenum">
              <a:rPr lang="en-US" smtClean="0"/>
              <a:pPr/>
              <a:t>2</a:t>
            </a:fld>
            <a:endParaRPr lang="en-US" dirty="0"/>
          </a:p>
        </p:txBody>
      </p:sp>
    </p:spTree>
    <p:extLst>
      <p:ext uri="{BB962C8B-B14F-4D97-AF65-F5344CB8AC3E}">
        <p14:creationId xmlns:p14="http://schemas.microsoft.com/office/powerpoint/2010/main" val="260759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52400" y="762000"/>
            <a:ext cx="11379200" cy="746759"/>
          </a:xfrm>
        </p:spPr>
        <p:txBody>
          <a:bodyPr/>
          <a:lstStyle/>
          <a:p>
            <a:r>
              <a:rPr lang="en-US" dirty="0">
                <a:solidFill>
                  <a:srgbClr val="0000FF"/>
                </a:solidFill>
              </a:rPr>
              <a:t>11.1 Introduction</a:t>
            </a:r>
          </a:p>
        </p:txBody>
      </p:sp>
      <p:sp>
        <p:nvSpPr>
          <p:cNvPr id="7" name="Content Placeholder 6"/>
          <p:cNvSpPr>
            <a:spLocks noGrp="1"/>
          </p:cNvSpPr>
          <p:nvPr>
            <p:ph sz="quarter" idx="12"/>
          </p:nvPr>
        </p:nvSpPr>
        <p:spPr/>
        <p:txBody>
          <a:bodyPr/>
          <a:lstStyle/>
          <a:p>
            <a:r>
              <a:rPr lang="en-US" dirty="0"/>
              <a:t>With the Internet, companies face </a:t>
            </a:r>
            <a:r>
              <a:rPr lang="en-US" dirty="0">
                <a:solidFill>
                  <a:srgbClr val="FF0000"/>
                </a:solidFill>
              </a:rPr>
              <a:t>global threats </a:t>
            </a:r>
            <a:r>
              <a:rPr lang="en-US" dirty="0"/>
              <a:t>to their </a:t>
            </a:r>
            <a:r>
              <a:rPr lang="en-US" dirty="0">
                <a:solidFill>
                  <a:srgbClr val="FF0000"/>
                </a:solidFill>
              </a:rPr>
              <a:t>networks</a:t>
            </a:r>
            <a:r>
              <a:rPr lang="en-US" dirty="0"/>
              <a:t> and, more importantly, to </a:t>
            </a:r>
            <a:r>
              <a:rPr lang="en-US" dirty="0">
                <a:solidFill>
                  <a:srgbClr val="FF0000"/>
                </a:solidFill>
              </a:rPr>
              <a:t>their data.</a:t>
            </a:r>
          </a:p>
          <a:p>
            <a:r>
              <a:rPr lang="en-US" dirty="0">
                <a:solidFill>
                  <a:srgbClr val="FF0000"/>
                </a:solidFill>
              </a:rPr>
              <a:t>Malware has long been a problem.</a:t>
            </a:r>
          </a:p>
          <a:p>
            <a:r>
              <a:rPr lang="en-US" dirty="0">
                <a:solidFill>
                  <a:srgbClr val="FF0000"/>
                </a:solidFill>
              </a:rPr>
              <a:t>Credit card theft and identity theft </a:t>
            </a:r>
            <a:r>
              <a:rPr lang="en-US" dirty="0"/>
              <a:t>are fast-growing.</a:t>
            </a:r>
          </a:p>
          <a:p>
            <a:r>
              <a:rPr lang="en-US" dirty="0"/>
              <a:t>Computer security has become increasingly important with the Sarbanes-Oxley Act (SOX) and the Health Insurance Portability and Accountability Act (HIPAA).</a:t>
            </a:r>
          </a:p>
          <a:p>
            <a:r>
              <a:rPr lang="en-US" dirty="0"/>
              <a:t>A company of any size can be the target of a </a:t>
            </a:r>
            <a:r>
              <a:rPr lang="en-US" dirty="0">
                <a:solidFill>
                  <a:srgbClr val="FF0000"/>
                </a:solidFill>
              </a:rPr>
              <a:t>cyberattack.</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3</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06018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11379200" cy="975360"/>
          </a:xfrm>
        </p:spPr>
        <p:txBody>
          <a:bodyPr>
            <a:normAutofit fontScale="90000"/>
          </a:bodyPr>
          <a:lstStyle/>
          <a:p>
            <a:r>
              <a:rPr lang="en-US" dirty="0">
                <a:solidFill>
                  <a:srgbClr val="0000FF"/>
                </a:solidFill>
              </a:rPr>
              <a:t>Three Main Reasons for an Increase in Computer Security</a:t>
            </a:r>
          </a:p>
        </p:txBody>
      </p:sp>
      <p:sp>
        <p:nvSpPr>
          <p:cNvPr id="3" name="Content Placeholder 2"/>
          <p:cNvSpPr>
            <a:spLocks noGrp="1"/>
          </p:cNvSpPr>
          <p:nvPr>
            <p:ph sz="quarter" idx="12"/>
          </p:nvPr>
        </p:nvSpPr>
        <p:spPr/>
        <p:txBody>
          <a:bodyPr/>
          <a:lstStyle/>
          <a:p>
            <a:pPr marL="514350" indent="-514350">
              <a:buFont typeface="+mj-lt"/>
              <a:buAutoNum type="arabicPeriod"/>
            </a:pPr>
            <a:r>
              <a:rPr lang="en-US" dirty="0"/>
              <a:t>In the past, hacking into somebody’s computer was considered to be a hobby, but today being a </a:t>
            </a:r>
            <a:r>
              <a:rPr lang="en-US" dirty="0">
                <a:solidFill>
                  <a:srgbClr val="FF0000"/>
                </a:solidFill>
              </a:rPr>
              <a:t>cybercriminal is a profession.</a:t>
            </a:r>
          </a:p>
          <a:p>
            <a:pPr marL="514350" indent="-514350">
              <a:buFont typeface="+mj-lt"/>
              <a:buAutoNum type="arabicPeriod"/>
            </a:pPr>
            <a:r>
              <a:rPr lang="en-US" dirty="0"/>
              <a:t>Hacktivism (the use of </a:t>
            </a:r>
            <a:r>
              <a:rPr lang="en-US" dirty="0">
                <a:solidFill>
                  <a:srgbClr val="FF0000"/>
                </a:solidFill>
              </a:rPr>
              <a:t>hacking techniques </a:t>
            </a:r>
            <a:r>
              <a:rPr lang="en-US" dirty="0"/>
              <a:t>to bring attention to a larger </a:t>
            </a:r>
            <a:r>
              <a:rPr lang="en-US" dirty="0">
                <a:solidFill>
                  <a:srgbClr val="FF0000"/>
                </a:solidFill>
              </a:rPr>
              <a:t>political or social goal</a:t>
            </a:r>
            <a:r>
              <a:rPr lang="en-US" dirty="0"/>
              <a:t>) has become more common.</a:t>
            </a:r>
          </a:p>
          <a:p>
            <a:pPr marL="514350" indent="-514350">
              <a:buFont typeface="+mj-lt"/>
              <a:buAutoNum type="arabicPeriod"/>
            </a:pPr>
            <a:r>
              <a:rPr lang="en-US" dirty="0"/>
              <a:t>The increase in </a:t>
            </a:r>
            <a:r>
              <a:rPr lang="en-US" dirty="0">
                <a:solidFill>
                  <a:srgbClr val="FF0000"/>
                </a:solidFill>
              </a:rPr>
              <a:t>mobile devices </a:t>
            </a:r>
            <a:r>
              <a:rPr lang="en-US" dirty="0"/>
              <a:t>offers a very fertile environment for exploitation.</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064272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11379200" cy="746759"/>
          </a:xfrm>
        </p:spPr>
        <p:txBody>
          <a:bodyPr/>
          <a:lstStyle/>
          <a:p>
            <a:r>
              <a:rPr lang="en-US" dirty="0">
                <a:solidFill>
                  <a:srgbClr val="0000FF"/>
                </a:solidFill>
              </a:rPr>
              <a:t>Why Networks Need Security</a:t>
            </a:r>
          </a:p>
        </p:txBody>
      </p:sp>
      <p:sp>
        <p:nvSpPr>
          <p:cNvPr id="3" name="Content Placeholder 2"/>
          <p:cNvSpPr>
            <a:spLocks noGrp="1"/>
          </p:cNvSpPr>
          <p:nvPr>
            <p:ph sz="quarter" idx="12"/>
          </p:nvPr>
        </p:nvSpPr>
        <p:spPr/>
        <p:txBody>
          <a:bodyPr/>
          <a:lstStyle/>
          <a:p>
            <a:r>
              <a:rPr lang="en-US" dirty="0"/>
              <a:t>In recent years, organizations have become increasingly dependent on data communication networks.</a:t>
            </a:r>
          </a:p>
          <a:p>
            <a:r>
              <a:rPr lang="en-US" dirty="0">
                <a:solidFill>
                  <a:srgbClr val="FF0000"/>
                </a:solidFill>
              </a:rPr>
              <a:t>The losses </a:t>
            </a:r>
            <a:r>
              <a:rPr lang="en-US" dirty="0"/>
              <a:t>associated with </a:t>
            </a:r>
            <a:r>
              <a:rPr lang="en-US" dirty="0">
                <a:solidFill>
                  <a:srgbClr val="FF0000"/>
                </a:solidFill>
              </a:rPr>
              <a:t>security failures can be huge.</a:t>
            </a:r>
          </a:p>
          <a:p>
            <a:r>
              <a:rPr lang="en-US" dirty="0"/>
              <a:t>An average </a:t>
            </a:r>
            <a:r>
              <a:rPr lang="en-US" dirty="0">
                <a:solidFill>
                  <a:srgbClr val="FF0000"/>
                </a:solidFill>
              </a:rPr>
              <a:t>data breach costs about $3.5 million.</a:t>
            </a:r>
          </a:p>
          <a:p>
            <a:r>
              <a:rPr lang="en-US" dirty="0">
                <a:solidFill>
                  <a:srgbClr val="FF0000"/>
                </a:solidFill>
              </a:rPr>
              <a:t>Protecting customer privacy </a:t>
            </a:r>
            <a:r>
              <a:rPr lang="en-US" dirty="0"/>
              <a:t>and the risk of </a:t>
            </a:r>
            <a:r>
              <a:rPr lang="en-US" dirty="0">
                <a:solidFill>
                  <a:srgbClr val="FF0000"/>
                </a:solidFill>
              </a:rPr>
              <a:t>identity theft </a:t>
            </a:r>
            <a:r>
              <a:rPr lang="en-US" dirty="0"/>
              <a:t>also drive the need for increased network security.</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91157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264" y="533400"/>
            <a:ext cx="11379200" cy="762000"/>
          </a:xfrm>
        </p:spPr>
        <p:txBody>
          <a:bodyPr/>
          <a:lstStyle/>
          <a:p>
            <a:r>
              <a:rPr lang="en-US" dirty="0">
                <a:solidFill>
                  <a:srgbClr val="0000FF"/>
                </a:solidFill>
              </a:rPr>
              <a:t>Types of Security Threats</a:t>
            </a:r>
          </a:p>
        </p:txBody>
      </p:sp>
      <p:sp>
        <p:nvSpPr>
          <p:cNvPr id="3" name="Content Placeholder 2"/>
          <p:cNvSpPr>
            <a:spLocks noGrp="1"/>
          </p:cNvSpPr>
          <p:nvPr>
            <p:ph sz="quarter" idx="12"/>
          </p:nvPr>
        </p:nvSpPr>
        <p:spPr>
          <a:xfrm>
            <a:off x="457200" y="1377263"/>
            <a:ext cx="11379200" cy="4495800"/>
          </a:xfrm>
        </p:spPr>
        <p:txBody>
          <a:bodyPr>
            <a:normAutofit lnSpcReduction="10000"/>
          </a:bodyPr>
          <a:lstStyle/>
          <a:p>
            <a:r>
              <a:rPr lang="en-US" dirty="0"/>
              <a:t>There are three </a:t>
            </a:r>
            <a:r>
              <a:rPr lang="en-US" dirty="0">
                <a:solidFill>
                  <a:srgbClr val="FF0000"/>
                </a:solidFill>
              </a:rPr>
              <a:t>primary goals </a:t>
            </a:r>
            <a:r>
              <a:rPr lang="en-US" dirty="0"/>
              <a:t>in providing security:</a:t>
            </a:r>
          </a:p>
          <a:p>
            <a:pPr marL="758952" lvl="1" indent="-457200">
              <a:buFont typeface="+mj-lt"/>
              <a:buAutoNum type="arabicPeriod"/>
            </a:pPr>
            <a:r>
              <a:rPr lang="en-US" b="1" i="1" dirty="0">
                <a:solidFill>
                  <a:srgbClr val="FF0000"/>
                </a:solidFill>
              </a:rPr>
              <a:t>Confidentiality</a:t>
            </a:r>
            <a:r>
              <a:rPr lang="en-US" dirty="0">
                <a:solidFill>
                  <a:srgbClr val="FF0000"/>
                </a:solidFill>
              </a:rPr>
              <a:t> </a:t>
            </a:r>
            <a:r>
              <a:rPr lang="en-US" dirty="0"/>
              <a:t>refers</a:t>
            </a:r>
            <a:r>
              <a:rPr lang="en-US" dirty="0">
                <a:solidFill>
                  <a:srgbClr val="FF0000"/>
                </a:solidFill>
              </a:rPr>
              <a:t> </a:t>
            </a:r>
            <a:r>
              <a:rPr lang="en-US" dirty="0"/>
              <a:t>to the </a:t>
            </a:r>
            <a:r>
              <a:rPr lang="en-US" dirty="0">
                <a:solidFill>
                  <a:srgbClr val="FF0000"/>
                </a:solidFill>
              </a:rPr>
              <a:t>protection</a:t>
            </a:r>
            <a:r>
              <a:rPr lang="en-US" dirty="0"/>
              <a:t> of organizational data from </a:t>
            </a:r>
            <a:r>
              <a:rPr lang="en-US" dirty="0">
                <a:solidFill>
                  <a:srgbClr val="FF0000"/>
                </a:solidFill>
              </a:rPr>
              <a:t>unauthorized disclosure </a:t>
            </a:r>
            <a:r>
              <a:rPr lang="en-US" dirty="0"/>
              <a:t>of customer and proprietary data.</a:t>
            </a:r>
          </a:p>
          <a:p>
            <a:pPr marL="758952" lvl="1" indent="-457200">
              <a:buFont typeface="+mj-lt"/>
              <a:buAutoNum type="arabicPeriod"/>
            </a:pPr>
            <a:r>
              <a:rPr lang="en-US" b="1" i="1" dirty="0">
                <a:solidFill>
                  <a:srgbClr val="FF0000"/>
                </a:solidFill>
              </a:rPr>
              <a:t>Integrity</a:t>
            </a:r>
            <a:r>
              <a:rPr lang="en-US" dirty="0">
                <a:solidFill>
                  <a:srgbClr val="FF0000"/>
                </a:solidFill>
              </a:rPr>
              <a:t> is the assurance </a:t>
            </a:r>
            <a:r>
              <a:rPr lang="en-US" dirty="0"/>
              <a:t>that data have not been </a:t>
            </a:r>
            <a:r>
              <a:rPr lang="en-US" dirty="0">
                <a:solidFill>
                  <a:srgbClr val="FF0000"/>
                </a:solidFill>
              </a:rPr>
              <a:t>altered or destroyed</a:t>
            </a:r>
            <a:r>
              <a:rPr lang="en-US" dirty="0"/>
              <a:t>.</a:t>
            </a:r>
          </a:p>
          <a:p>
            <a:pPr marL="758952" lvl="1" indent="-457200">
              <a:buFont typeface="+mj-lt"/>
              <a:buAutoNum type="arabicPeriod"/>
            </a:pPr>
            <a:r>
              <a:rPr lang="en-US" b="1" i="1" dirty="0">
                <a:solidFill>
                  <a:srgbClr val="FF0000"/>
                </a:solidFill>
              </a:rPr>
              <a:t>Availability</a:t>
            </a:r>
            <a:r>
              <a:rPr lang="en-US" dirty="0">
                <a:solidFill>
                  <a:srgbClr val="FF0000"/>
                </a:solidFill>
              </a:rPr>
              <a:t> </a:t>
            </a:r>
            <a:r>
              <a:rPr lang="en-US" dirty="0"/>
              <a:t>means providing </a:t>
            </a:r>
            <a:r>
              <a:rPr lang="en-US" dirty="0">
                <a:solidFill>
                  <a:srgbClr val="FF0000"/>
                </a:solidFill>
              </a:rPr>
              <a:t>continuous operation </a:t>
            </a:r>
            <a:r>
              <a:rPr lang="en-US" dirty="0"/>
              <a:t>of the organization’s hardware and software.</a:t>
            </a:r>
          </a:p>
          <a:p>
            <a:r>
              <a:rPr lang="en-US" dirty="0"/>
              <a:t>Threats can be classified into </a:t>
            </a:r>
            <a:r>
              <a:rPr lang="en-US" dirty="0">
                <a:solidFill>
                  <a:srgbClr val="FF0000"/>
                </a:solidFill>
              </a:rPr>
              <a:t>two broad categories</a:t>
            </a:r>
            <a:r>
              <a:rPr lang="en-US" dirty="0"/>
              <a:t>:</a:t>
            </a:r>
          </a:p>
          <a:p>
            <a:pPr marL="758952" lvl="1" indent="-457200">
              <a:buFont typeface="+mj-lt"/>
              <a:buAutoNum type="arabicPeriod"/>
            </a:pPr>
            <a:r>
              <a:rPr lang="en-US" dirty="0"/>
              <a:t>Ensuring </a:t>
            </a:r>
            <a:r>
              <a:rPr lang="en-US" b="1" i="1" dirty="0"/>
              <a:t>business continuity </a:t>
            </a:r>
            <a:r>
              <a:rPr lang="en-US" dirty="0"/>
              <a:t>refers primarily to ensuring </a:t>
            </a:r>
            <a:r>
              <a:rPr lang="en-US" dirty="0">
                <a:solidFill>
                  <a:srgbClr val="FF0000"/>
                </a:solidFill>
              </a:rPr>
              <a:t>availability,</a:t>
            </a:r>
            <a:r>
              <a:rPr lang="en-US" dirty="0"/>
              <a:t> with some aspects of </a:t>
            </a:r>
            <a:r>
              <a:rPr lang="en-US" dirty="0">
                <a:solidFill>
                  <a:srgbClr val="FF0000"/>
                </a:solidFill>
              </a:rPr>
              <a:t>data integrity.</a:t>
            </a:r>
          </a:p>
          <a:p>
            <a:pPr marL="1280160" lvl="2" indent="-457200"/>
            <a:r>
              <a:rPr lang="en-US" dirty="0"/>
              <a:t>Three main threats: </a:t>
            </a:r>
            <a:r>
              <a:rPr lang="en-US" dirty="0">
                <a:solidFill>
                  <a:srgbClr val="FF0000"/>
                </a:solidFill>
              </a:rPr>
              <a:t>disruptions, destruction, and disasters.</a:t>
            </a:r>
          </a:p>
          <a:p>
            <a:pPr marL="758952" lvl="1" indent="-457200">
              <a:buFont typeface="+mj-lt"/>
              <a:buAutoNum type="arabicPeriod"/>
            </a:pPr>
            <a:r>
              <a:rPr lang="en-US" b="1" i="1" dirty="0"/>
              <a:t>Preventing unauthorized access </a:t>
            </a:r>
            <a:r>
              <a:rPr lang="en-US" dirty="0"/>
              <a:t>refers primarily to </a:t>
            </a:r>
            <a:r>
              <a:rPr lang="en-US" dirty="0">
                <a:solidFill>
                  <a:srgbClr val="FF0000"/>
                </a:solidFill>
              </a:rPr>
              <a:t>confidentiality</a:t>
            </a:r>
            <a:r>
              <a:rPr lang="en-US" dirty="0"/>
              <a:t>, but also </a:t>
            </a:r>
            <a:r>
              <a:rPr lang="en-US" dirty="0">
                <a:solidFill>
                  <a:srgbClr val="FF0000"/>
                </a:solidFill>
              </a:rPr>
              <a:t>integrity</a:t>
            </a:r>
            <a:r>
              <a:rPr lang="en-US" dirty="0"/>
              <a:t>, as an intruder may </a:t>
            </a:r>
            <a:r>
              <a:rPr lang="en-US" dirty="0">
                <a:solidFill>
                  <a:srgbClr val="FF0000"/>
                </a:solidFill>
              </a:rPr>
              <a:t>change</a:t>
            </a:r>
            <a:r>
              <a:rPr lang="en-US" dirty="0"/>
              <a:t> important data.</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844706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11379200" cy="975360"/>
          </a:xfrm>
        </p:spPr>
        <p:txBody>
          <a:bodyPr/>
          <a:lstStyle/>
          <a:p>
            <a:r>
              <a:rPr lang="en-US" dirty="0">
                <a:solidFill>
                  <a:srgbClr val="0000FF"/>
                </a:solidFill>
              </a:rPr>
              <a:t>Network Controls</a:t>
            </a:r>
          </a:p>
        </p:txBody>
      </p:sp>
      <p:sp>
        <p:nvSpPr>
          <p:cNvPr id="3" name="Content Placeholder 2"/>
          <p:cNvSpPr>
            <a:spLocks noGrp="1"/>
          </p:cNvSpPr>
          <p:nvPr>
            <p:ph sz="quarter" idx="12"/>
          </p:nvPr>
        </p:nvSpPr>
        <p:spPr/>
        <p:txBody>
          <a:bodyPr/>
          <a:lstStyle/>
          <a:p>
            <a:r>
              <a:rPr lang="en-US" dirty="0"/>
              <a:t>Developing a </a:t>
            </a:r>
            <a:r>
              <a:rPr lang="en-US" dirty="0">
                <a:solidFill>
                  <a:srgbClr val="FF0000"/>
                </a:solidFill>
              </a:rPr>
              <a:t>secure network </a:t>
            </a:r>
            <a:r>
              <a:rPr lang="en-US" dirty="0"/>
              <a:t>means developing </a:t>
            </a:r>
            <a:r>
              <a:rPr lang="en-US" dirty="0">
                <a:solidFill>
                  <a:srgbClr val="FF0000"/>
                </a:solidFill>
              </a:rPr>
              <a:t>controls.</a:t>
            </a:r>
          </a:p>
          <a:p>
            <a:r>
              <a:rPr lang="en-US" dirty="0"/>
              <a:t>Controls are software, hardware, rules, or procedures that </a:t>
            </a:r>
            <a:r>
              <a:rPr lang="en-US" dirty="0">
                <a:solidFill>
                  <a:srgbClr val="FF0000"/>
                </a:solidFill>
              </a:rPr>
              <a:t>reduce or eliminate the threats</a:t>
            </a:r>
            <a:r>
              <a:rPr lang="en-US" dirty="0"/>
              <a:t> to network security.</a:t>
            </a:r>
          </a:p>
          <a:p>
            <a:r>
              <a:rPr lang="en-US" dirty="0"/>
              <a:t>Types of controls:</a:t>
            </a:r>
          </a:p>
          <a:p>
            <a:pPr marL="758952" lvl="1" indent="-457200">
              <a:buFont typeface="+mj-lt"/>
              <a:buAutoNum type="arabicPeriod"/>
            </a:pPr>
            <a:r>
              <a:rPr lang="en-US" b="1" i="1" dirty="0"/>
              <a:t>Preventive controls </a:t>
            </a:r>
            <a:r>
              <a:rPr lang="en-US" dirty="0">
                <a:solidFill>
                  <a:srgbClr val="FF0000"/>
                </a:solidFill>
              </a:rPr>
              <a:t>mitigate or stop</a:t>
            </a:r>
            <a:r>
              <a:rPr lang="en-US" dirty="0"/>
              <a:t> a person from acting or an event from occurring</a:t>
            </a:r>
          </a:p>
          <a:p>
            <a:pPr marL="758952" lvl="1" indent="-457200">
              <a:buFont typeface="+mj-lt"/>
              <a:buAutoNum type="arabicPeriod"/>
            </a:pPr>
            <a:r>
              <a:rPr lang="en-US" b="1" i="1" dirty="0"/>
              <a:t>Detective controls </a:t>
            </a:r>
            <a:r>
              <a:rPr lang="en-US" dirty="0">
                <a:solidFill>
                  <a:srgbClr val="FF0000"/>
                </a:solidFill>
              </a:rPr>
              <a:t>reveal or discover </a:t>
            </a:r>
            <a:r>
              <a:rPr lang="en-US" dirty="0"/>
              <a:t>unwanted events.</a:t>
            </a:r>
          </a:p>
          <a:p>
            <a:pPr marL="758952" lvl="1" indent="-457200">
              <a:buFont typeface="+mj-lt"/>
              <a:buAutoNum type="arabicPeriod"/>
            </a:pPr>
            <a:r>
              <a:rPr lang="en-US" b="1" i="1" dirty="0"/>
              <a:t>Corrective controls </a:t>
            </a:r>
            <a:r>
              <a:rPr lang="en-US" dirty="0">
                <a:solidFill>
                  <a:srgbClr val="FF0000"/>
                </a:solidFill>
              </a:rPr>
              <a:t>remedy an unwanted event </a:t>
            </a:r>
            <a:r>
              <a:rPr lang="en-US" dirty="0"/>
              <a:t>or an intrusion.</a:t>
            </a:r>
          </a:p>
          <a:p>
            <a:r>
              <a:rPr lang="en-US" dirty="0"/>
              <a:t>Controls must be </a:t>
            </a:r>
            <a:r>
              <a:rPr lang="en-US" dirty="0">
                <a:solidFill>
                  <a:srgbClr val="FF0000"/>
                </a:solidFill>
              </a:rPr>
              <a:t>reviewed periodically</a:t>
            </a:r>
            <a:r>
              <a:rPr lang="en-US" dirty="0"/>
              <a:t>.</a:t>
            </a:r>
          </a:p>
          <a:p>
            <a:pPr marL="758952" lvl="1" indent="-457200">
              <a:buFont typeface="+mj-lt"/>
              <a:buAutoNum type="arabicPeriod"/>
            </a:pPr>
            <a:endParaRPr lang="en-US" dirty="0"/>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114185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1</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9677400" cy="3556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Security on a network not only means being able to prevent a hacker from breaking into your computer but also includes being able to recover from temporary service problems or from natural disasters. TRUE/FALSE)?</a:t>
            </a:r>
          </a:p>
          <a:p>
            <a:pPr marL="342900" lvl="0" indent="-342900">
              <a:buFont typeface="+mj-lt"/>
              <a:buAutoNum type="arabicPeriod"/>
            </a:pPr>
            <a:endParaRPr lang="en-NZ" sz="2400"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8</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1524000" y="43434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True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2920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2</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22429"/>
            <a:ext cx="9677400" cy="3556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The rise of the Internet has increased significantly the potential vulnerability of an organization’s assets. (TRUE/FALSE)?</a:t>
            </a:r>
          </a:p>
          <a:p>
            <a:pPr marL="342900" lvl="0" indent="-342900">
              <a:buFont typeface="+mj-lt"/>
              <a:buAutoNum type="arabicPeriod"/>
            </a:pPr>
            <a:endParaRPr lang="en-NZ" sz="2400"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9</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1524000" y="43434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True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3724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3</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49400"/>
            <a:ext cx="9677400" cy="3556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Maintaining data integrity is not a primary goal of security (TRUE/FALSE)?</a:t>
            </a:r>
          </a:p>
          <a:p>
            <a:pPr marL="342900" lvl="0" indent="-342900">
              <a:buFont typeface="+mj-lt"/>
              <a:buAutoNum type="arabicPeriod"/>
            </a:pPr>
            <a:endParaRPr lang="en-NZ" sz="2400"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10</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1558565" y="43434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False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010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4</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81000" y="1522429"/>
            <a:ext cx="9677400" cy="35560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Business continuity planning refers primarily to ensuring availability, with some aspects of data integrity. (TRUE/FALSE)?</a:t>
            </a:r>
          </a:p>
          <a:p>
            <a:pPr marL="342900" lvl="0" indent="-342900">
              <a:buFont typeface="+mj-lt"/>
              <a:buAutoNum type="arabicPeriod"/>
            </a:pPr>
            <a:endParaRPr lang="en-NZ" sz="2400"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11</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1524000" y="4343400"/>
            <a:ext cx="7086600" cy="523220"/>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True</a:t>
            </a:r>
            <a:endParaRPr lang="en-NZ"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3070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5</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04800" y="1371600"/>
            <a:ext cx="11023600" cy="35814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Which of the following is not one of the major categories (or sub-categories) into which network security threats can be placed?</a:t>
            </a:r>
          </a:p>
          <a:p>
            <a:pPr marL="457200" lvl="0" indent="-457200">
              <a:buAutoNum type="alphaLcPeriod"/>
            </a:pPr>
            <a:r>
              <a:rPr lang="en-NZ" sz="2400" dirty="0">
                <a:latin typeface="Times New Roman" panose="02020603050405020304" pitchFamily="18" charset="0"/>
                <a:ea typeface="Times New Roman" panose="02020603050405020304" pitchFamily="18" charset="0"/>
              </a:rPr>
              <a:t>disruption</a:t>
            </a:r>
          </a:p>
          <a:p>
            <a:pPr marL="457200" lvl="0" indent="-457200">
              <a:buAutoNum type="alphaLcPeriod"/>
            </a:pPr>
            <a:r>
              <a:rPr lang="en-NZ" sz="2400" dirty="0">
                <a:latin typeface="Times New Roman" panose="02020603050405020304" pitchFamily="18" charset="0"/>
                <a:ea typeface="Times New Roman" panose="02020603050405020304" pitchFamily="18" charset="0"/>
              </a:rPr>
              <a:t>destruction</a:t>
            </a:r>
          </a:p>
          <a:p>
            <a:pPr marL="457200" lvl="0" indent="-457200">
              <a:buAutoNum type="alphaLcPeriod" startAt="3"/>
            </a:pPr>
            <a:r>
              <a:rPr lang="en-NZ" sz="2400" dirty="0">
                <a:latin typeface="Times New Roman" panose="02020603050405020304" pitchFamily="18" charset="0"/>
                <a:ea typeface="Times New Roman" panose="02020603050405020304" pitchFamily="18" charset="0"/>
              </a:rPr>
              <a:t>controlled chaos</a:t>
            </a:r>
          </a:p>
          <a:p>
            <a:pPr marL="457200" lvl="0" indent="-457200">
              <a:buAutoNum type="alphaLcPeriod" startAt="4"/>
            </a:pPr>
            <a:r>
              <a:rPr lang="en-NZ" sz="2400" dirty="0">
                <a:latin typeface="Times New Roman" panose="02020603050405020304" pitchFamily="18" charset="0"/>
                <a:ea typeface="Times New Roman" panose="02020603050405020304" pitchFamily="18" charset="0"/>
              </a:rPr>
              <a:t>intrusion</a:t>
            </a:r>
          </a:p>
          <a:p>
            <a:pPr marL="457200" lvl="0" indent="-457200">
              <a:buAutoNum type="alphaLcPeriod" startAt="5"/>
            </a:pPr>
            <a:r>
              <a:rPr lang="en-NZ" sz="2400" dirty="0">
                <a:latin typeface="Times New Roman" panose="02020603050405020304" pitchFamily="18" charset="0"/>
                <a:ea typeface="Times New Roman" panose="02020603050405020304" pitchFamily="18" charset="0"/>
              </a:rPr>
              <a:t>disaster</a:t>
            </a:r>
          </a:p>
          <a:p>
            <a:pPr marL="0" lvl="0" indent="0">
              <a:buNone/>
            </a:pPr>
            <a:endParaRPr lang="en-NZ" sz="2400"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12</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1457880" y="5126412"/>
            <a:ext cx="10124519" cy="892552"/>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c. Controlled chaos</a:t>
            </a:r>
          </a:p>
          <a:p>
            <a:pPr marL="457200" indent="-228600"/>
            <a:endParaRPr lang="en-NZ"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3214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11379200" cy="975360"/>
          </a:xfrm>
        </p:spPr>
        <p:txBody>
          <a:bodyPr/>
          <a:lstStyle/>
          <a:p>
            <a:r>
              <a:rPr lang="en-US" dirty="0">
                <a:solidFill>
                  <a:srgbClr val="0000FF"/>
                </a:solidFill>
              </a:rPr>
              <a:t>11.2 Risk Assessment</a:t>
            </a:r>
          </a:p>
        </p:txBody>
      </p:sp>
      <p:sp>
        <p:nvSpPr>
          <p:cNvPr id="3" name="Content Placeholder 2"/>
          <p:cNvSpPr>
            <a:spLocks noGrp="1"/>
          </p:cNvSpPr>
          <p:nvPr>
            <p:ph sz="quarter" idx="12"/>
          </p:nvPr>
        </p:nvSpPr>
        <p:spPr/>
        <p:txBody>
          <a:bodyPr/>
          <a:lstStyle/>
          <a:p>
            <a:r>
              <a:rPr lang="en-US" dirty="0"/>
              <a:t>The first step in developing a </a:t>
            </a:r>
            <a:r>
              <a:rPr lang="en-US" dirty="0">
                <a:solidFill>
                  <a:srgbClr val="FF0000"/>
                </a:solidFill>
              </a:rPr>
              <a:t>secure network </a:t>
            </a:r>
            <a:r>
              <a:rPr lang="en-US" dirty="0"/>
              <a:t>is to conduct </a:t>
            </a:r>
            <a:r>
              <a:rPr lang="en-US" dirty="0">
                <a:solidFill>
                  <a:srgbClr val="FF0000"/>
                </a:solidFill>
              </a:rPr>
              <a:t>a </a:t>
            </a:r>
            <a:r>
              <a:rPr lang="en-US" b="1" i="1" dirty="0">
                <a:solidFill>
                  <a:srgbClr val="FF0000"/>
                </a:solidFill>
              </a:rPr>
              <a:t>risk assessment.</a:t>
            </a:r>
          </a:p>
          <a:p>
            <a:r>
              <a:rPr lang="en-US" dirty="0"/>
              <a:t>There are several commonly used </a:t>
            </a:r>
            <a:r>
              <a:rPr lang="en-US" b="1" i="1" dirty="0">
                <a:solidFill>
                  <a:srgbClr val="FF0000"/>
                </a:solidFill>
              </a:rPr>
              <a:t>risk assessment frameworks </a:t>
            </a:r>
            <a:r>
              <a:rPr lang="en-US" dirty="0"/>
              <a:t>that provide </a:t>
            </a:r>
            <a:r>
              <a:rPr lang="en-US" dirty="0">
                <a:solidFill>
                  <a:srgbClr val="FF0000"/>
                </a:solidFill>
              </a:rPr>
              <a:t>strategies for analyzing </a:t>
            </a:r>
            <a:r>
              <a:rPr lang="en-US" dirty="0"/>
              <a:t>and</a:t>
            </a:r>
            <a:r>
              <a:rPr lang="en-US" dirty="0">
                <a:solidFill>
                  <a:srgbClr val="FF0000"/>
                </a:solidFill>
              </a:rPr>
              <a:t> prioritizing </a:t>
            </a:r>
            <a:r>
              <a:rPr lang="en-US" dirty="0"/>
              <a:t>the security </a:t>
            </a:r>
            <a:r>
              <a:rPr lang="en-US" dirty="0">
                <a:solidFill>
                  <a:srgbClr val="FF0000"/>
                </a:solidFill>
              </a:rPr>
              <a:t>risks:</a:t>
            </a:r>
          </a:p>
          <a:p>
            <a:pPr marL="758952" lvl="1" indent="-457200">
              <a:buFont typeface="+mj-lt"/>
              <a:buAutoNum type="arabicPeriod"/>
            </a:pPr>
            <a:r>
              <a:rPr lang="en-US" dirty="0"/>
              <a:t>Operationally Critical Threat, Asset, and Vulnerability Evaluation (OCTAVE).</a:t>
            </a:r>
          </a:p>
          <a:p>
            <a:pPr marL="758952" lvl="1" indent="-457200">
              <a:buFont typeface="+mj-lt"/>
              <a:buAutoNum type="arabicPeriod"/>
            </a:pPr>
            <a:r>
              <a:rPr lang="en-US" dirty="0"/>
              <a:t>Control Objectives for Information and Related Technology (COBIT).</a:t>
            </a:r>
          </a:p>
          <a:p>
            <a:pPr marL="758952" lvl="1" indent="-457200">
              <a:buFont typeface="+mj-lt"/>
              <a:buAutoNum type="arabicPeriod"/>
            </a:pPr>
            <a:r>
              <a:rPr lang="en-US" dirty="0"/>
              <a:t>Risk Management Guide for Information Technology Systems (NIST guide).</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13</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680125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777241"/>
            <a:ext cx="11379200" cy="746759"/>
          </a:xfrm>
        </p:spPr>
        <p:txBody>
          <a:bodyPr/>
          <a:lstStyle/>
          <a:p>
            <a:r>
              <a:rPr lang="en-US" dirty="0">
                <a:solidFill>
                  <a:srgbClr val="0000FF"/>
                </a:solidFill>
              </a:rPr>
              <a:t>Common Steps to Risk Assessment</a:t>
            </a:r>
          </a:p>
        </p:txBody>
      </p:sp>
      <p:sp>
        <p:nvSpPr>
          <p:cNvPr id="3" name="Content Placeholder 2"/>
          <p:cNvSpPr>
            <a:spLocks noGrp="1"/>
          </p:cNvSpPr>
          <p:nvPr>
            <p:ph sz="quarter" idx="12"/>
          </p:nvPr>
        </p:nvSpPr>
        <p:spPr/>
        <p:txBody>
          <a:bodyPr/>
          <a:lstStyle/>
          <a:p>
            <a:pPr marL="514350" indent="-514350">
              <a:buFont typeface="+mj-lt"/>
              <a:buAutoNum type="arabicPeriod"/>
            </a:pPr>
            <a:r>
              <a:rPr lang="en-US" dirty="0"/>
              <a:t>Develop </a:t>
            </a:r>
            <a:r>
              <a:rPr lang="en-US" dirty="0">
                <a:solidFill>
                  <a:srgbClr val="FF0000"/>
                </a:solidFill>
              </a:rPr>
              <a:t>risk </a:t>
            </a:r>
            <a:r>
              <a:rPr lang="en-US" dirty="0"/>
              <a:t>measurement</a:t>
            </a:r>
            <a:r>
              <a:rPr lang="en-US" dirty="0">
                <a:solidFill>
                  <a:srgbClr val="FF0000"/>
                </a:solidFill>
              </a:rPr>
              <a:t> criteria</a:t>
            </a:r>
          </a:p>
          <a:p>
            <a:pPr marL="514350" indent="-514350">
              <a:buFont typeface="+mj-lt"/>
              <a:buAutoNum type="arabicPeriod"/>
            </a:pPr>
            <a:r>
              <a:rPr lang="en-US" dirty="0"/>
              <a:t>Inventory </a:t>
            </a:r>
            <a:r>
              <a:rPr lang="en-US" dirty="0">
                <a:solidFill>
                  <a:srgbClr val="FF0000"/>
                </a:solidFill>
              </a:rPr>
              <a:t>IT assets</a:t>
            </a:r>
          </a:p>
          <a:p>
            <a:pPr marL="514350" indent="-514350">
              <a:buFont typeface="+mj-lt"/>
              <a:buAutoNum type="arabicPeriod"/>
            </a:pPr>
            <a:r>
              <a:rPr lang="en-US" dirty="0">
                <a:solidFill>
                  <a:srgbClr val="FF0000"/>
                </a:solidFill>
              </a:rPr>
              <a:t>Identify threats</a:t>
            </a:r>
          </a:p>
          <a:p>
            <a:pPr marL="514350" indent="-514350">
              <a:buFont typeface="+mj-lt"/>
              <a:buAutoNum type="arabicPeriod"/>
            </a:pPr>
            <a:r>
              <a:rPr lang="en-US" dirty="0"/>
              <a:t>Document </a:t>
            </a:r>
            <a:r>
              <a:rPr lang="en-US" dirty="0">
                <a:solidFill>
                  <a:srgbClr val="FF0000"/>
                </a:solidFill>
              </a:rPr>
              <a:t>existing controls.</a:t>
            </a:r>
          </a:p>
          <a:p>
            <a:pPr marL="514350" indent="-514350">
              <a:buFont typeface="+mj-lt"/>
              <a:buAutoNum type="arabicPeriod"/>
            </a:pPr>
            <a:r>
              <a:rPr lang="en-US" dirty="0"/>
              <a:t>Identify </a:t>
            </a:r>
            <a:r>
              <a:rPr lang="en-US" dirty="0">
                <a:solidFill>
                  <a:srgbClr val="FF0000"/>
                </a:solidFill>
              </a:rPr>
              <a:t>improvements.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14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939375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57356"/>
            <a:ext cx="11379200" cy="746759"/>
          </a:xfrm>
        </p:spPr>
        <p:txBody>
          <a:bodyPr/>
          <a:lstStyle/>
          <a:p>
            <a:r>
              <a:rPr lang="en-US" dirty="0">
                <a:solidFill>
                  <a:srgbClr val="0000FF"/>
                </a:solidFill>
              </a:rPr>
              <a:t>Develop Risk Measurement Criteria</a:t>
            </a:r>
          </a:p>
        </p:txBody>
      </p:sp>
      <p:sp>
        <p:nvSpPr>
          <p:cNvPr id="3" name="Content Placeholder 2"/>
          <p:cNvSpPr>
            <a:spLocks noGrp="1"/>
          </p:cNvSpPr>
          <p:nvPr>
            <p:ph sz="quarter" idx="12"/>
          </p:nvPr>
        </p:nvSpPr>
        <p:spPr>
          <a:xfrm>
            <a:off x="406400" y="1704844"/>
            <a:ext cx="11379200" cy="4495800"/>
          </a:xfrm>
        </p:spPr>
        <p:txBody>
          <a:bodyPr/>
          <a:lstStyle/>
          <a:p>
            <a:r>
              <a:rPr lang="en-US" dirty="0"/>
              <a:t>Risk </a:t>
            </a:r>
            <a:r>
              <a:rPr lang="en-US" dirty="0">
                <a:solidFill>
                  <a:srgbClr val="FF0000"/>
                </a:solidFill>
              </a:rPr>
              <a:t>measurement criteria </a:t>
            </a:r>
            <a:r>
              <a:rPr lang="en-US" dirty="0"/>
              <a:t>are the </a:t>
            </a:r>
            <a:r>
              <a:rPr lang="en-US" dirty="0">
                <a:solidFill>
                  <a:srgbClr val="FF0000"/>
                </a:solidFill>
              </a:rPr>
              <a:t>measures </a:t>
            </a:r>
            <a:r>
              <a:rPr lang="en-US" dirty="0"/>
              <a:t>used to </a:t>
            </a:r>
            <a:r>
              <a:rPr lang="en-US" dirty="0">
                <a:solidFill>
                  <a:srgbClr val="FF0000"/>
                </a:solidFill>
              </a:rPr>
              <a:t>evaluate </a:t>
            </a:r>
            <a:r>
              <a:rPr lang="en-US" dirty="0"/>
              <a:t>the way a security threat could affect the organization.</a:t>
            </a:r>
          </a:p>
          <a:p>
            <a:r>
              <a:rPr lang="en-US" dirty="0"/>
              <a:t>Each organization needs to develop its own set of </a:t>
            </a:r>
            <a:r>
              <a:rPr lang="en-US" dirty="0">
                <a:solidFill>
                  <a:srgbClr val="FF0000"/>
                </a:solidFill>
              </a:rPr>
              <a:t>potential business impacts.</a:t>
            </a:r>
          </a:p>
          <a:p>
            <a:r>
              <a:rPr lang="en-US" dirty="0"/>
              <a:t>Five most common are:</a:t>
            </a:r>
          </a:p>
          <a:p>
            <a:pPr marL="758952" lvl="1" indent="-457200">
              <a:buFont typeface="+mj-lt"/>
              <a:buAutoNum type="arabicPeriod"/>
            </a:pPr>
            <a:r>
              <a:rPr lang="en-US" b="1" i="1" dirty="0">
                <a:solidFill>
                  <a:srgbClr val="FF0000"/>
                </a:solidFill>
              </a:rPr>
              <a:t>Financial</a:t>
            </a:r>
            <a:r>
              <a:rPr lang="en-US" dirty="0">
                <a:solidFill>
                  <a:srgbClr val="FF0000"/>
                </a:solidFill>
              </a:rPr>
              <a:t> </a:t>
            </a:r>
            <a:r>
              <a:rPr lang="en-US" dirty="0"/>
              <a:t>(revenues and expenses)</a:t>
            </a:r>
          </a:p>
          <a:p>
            <a:pPr marL="758952" lvl="1" indent="-457200">
              <a:buFont typeface="+mj-lt"/>
              <a:buAutoNum type="arabicPeriod"/>
            </a:pPr>
            <a:r>
              <a:rPr lang="en-US" b="1" i="1" dirty="0"/>
              <a:t>Productivity</a:t>
            </a:r>
          </a:p>
          <a:p>
            <a:pPr marL="758952" lvl="1" indent="-457200">
              <a:buFont typeface="+mj-lt"/>
              <a:buAutoNum type="arabicPeriod"/>
            </a:pPr>
            <a:r>
              <a:rPr lang="en-US" b="1" i="1" dirty="0">
                <a:solidFill>
                  <a:srgbClr val="FF0000"/>
                </a:solidFill>
              </a:rPr>
              <a:t>Reputation</a:t>
            </a:r>
          </a:p>
          <a:p>
            <a:pPr marL="758952" lvl="1" indent="-457200">
              <a:buFont typeface="+mj-lt"/>
              <a:buAutoNum type="arabicPeriod"/>
            </a:pPr>
            <a:r>
              <a:rPr lang="en-US" b="1" i="1" dirty="0">
                <a:solidFill>
                  <a:srgbClr val="FF0000"/>
                </a:solidFill>
              </a:rPr>
              <a:t>Safety</a:t>
            </a:r>
          </a:p>
          <a:p>
            <a:pPr marL="758952" lvl="1" indent="-457200">
              <a:buFont typeface="+mj-lt"/>
              <a:buAutoNum type="arabicPeriod"/>
            </a:pPr>
            <a:r>
              <a:rPr lang="en-US" b="1" i="1" dirty="0">
                <a:solidFill>
                  <a:srgbClr val="FF0000"/>
                </a:solidFill>
              </a:rPr>
              <a:t>Legal</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15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962327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23412"/>
            <a:ext cx="11379200" cy="867408"/>
          </a:xfrm>
        </p:spPr>
        <p:txBody>
          <a:bodyPr/>
          <a:lstStyle/>
          <a:p>
            <a:r>
              <a:rPr lang="en-US" dirty="0">
                <a:solidFill>
                  <a:srgbClr val="0000FF"/>
                </a:solidFill>
              </a:rPr>
              <a:t>Develop Risk Measurement Criteria </a:t>
            </a:r>
            <a:r>
              <a:rPr lang="en-US" sz="2000" dirty="0">
                <a:solidFill>
                  <a:srgbClr val="0000FF"/>
                </a:solidFill>
              </a:rPr>
              <a:t>Continued</a:t>
            </a:r>
          </a:p>
        </p:txBody>
      </p:sp>
      <p:sp>
        <p:nvSpPr>
          <p:cNvPr id="3" name="Content Placeholder 2"/>
          <p:cNvSpPr>
            <a:spLocks noGrp="1"/>
          </p:cNvSpPr>
          <p:nvPr>
            <p:ph sz="quarter" idx="12"/>
          </p:nvPr>
        </p:nvSpPr>
        <p:spPr/>
        <p:txBody>
          <a:bodyPr/>
          <a:lstStyle/>
          <a:p>
            <a:r>
              <a:rPr lang="en-US" dirty="0"/>
              <a:t>Once the </a:t>
            </a:r>
            <a:r>
              <a:rPr lang="en-US" dirty="0">
                <a:solidFill>
                  <a:srgbClr val="FF0000"/>
                </a:solidFill>
              </a:rPr>
              <a:t>impact areas have been identified</a:t>
            </a:r>
            <a:r>
              <a:rPr lang="en-US" dirty="0"/>
              <a:t>, the next step is to </a:t>
            </a:r>
            <a:r>
              <a:rPr lang="en-US" dirty="0">
                <a:solidFill>
                  <a:srgbClr val="FF0000"/>
                </a:solidFill>
              </a:rPr>
              <a:t>prioritize them.</a:t>
            </a:r>
          </a:p>
          <a:p>
            <a:r>
              <a:rPr lang="en-US" dirty="0"/>
              <a:t>The next step is to </a:t>
            </a:r>
            <a:r>
              <a:rPr lang="en-US" dirty="0">
                <a:solidFill>
                  <a:srgbClr val="FF0000"/>
                </a:solidFill>
              </a:rPr>
              <a:t>develop specific measures </a:t>
            </a:r>
            <a:r>
              <a:rPr lang="en-US" dirty="0"/>
              <a:t>of what could happen in each </a:t>
            </a:r>
            <a:r>
              <a:rPr lang="en-US" dirty="0">
                <a:solidFill>
                  <a:srgbClr val="FF0000"/>
                </a:solidFill>
              </a:rPr>
              <a:t>impact area </a:t>
            </a:r>
            <a:r>
              <a:rPr lang="en-US" dirty="0"/>
              <a:t>and what we would consider </a:t>
            </a:r>
            <a:r>
              <a:rPr lang="en-US" dirty="0">
                <a:solidFill>
                  <a:srgbClr val="FF0000"/>
                </a:solidFill>
              </a:rPr>
              <a:t>a high, medium, and low impact.</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16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713925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968"/>
            <a:ext cx="11379200" cy="975360"/>
          </a:xfrm>
        </p:spPr>
        <p:txBody>
          <a:bodyPr>
            <a:normAutofit fontScale="90000"/>
          </a:bodyPr>
          <a:lstStyle/>
          <a:p>
            <a:r>
              <a:rPr lang="en-US" dirty="0">
                <a:solidFill>
                  <a:srgbClr val="0000FF"/>
                </a:solidFill>
              </a:rPr>
              <a:t>Sample Risk Measurement Criteria for a Web-Based Bookstore</a:t>
            </a:r>
          </a:p>
        </p:txBody>
      </p:sp>
      <p:pic>
        <p:nvPicPr>
          <p:cNvPr id="6" name="Content Placeholder 5"/>
          <p:cNvPicPr>
            <a:picLocks noGrp="1" noChangeAspect="1"/>
          </p:cNvPicPr>
          <p:nvPr>
            <p:ph sz="quarter" idx="12"/>
          </p:nvPr>
        </p:nvPicPr>
        <p:blipFill>
          <a:blip r:embed="rId2"/>
          <a:stretch>
            <a:fillRect/>
          </a:stretch>
        </p:blipFill>
        <p:spPr>
          <a:xfrm>
            <a:off x="-152272" y="2089621"/>
            <a:ext cx="12381143" cy="2787179"/>
          </a:xfrm>
          <a:prstGeom prst="rect">
            <a:avLst/>
          </a:prstGeom>
        </p:spPr>
      </p:pic>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17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158230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748" y="483294"/>
            <a:ext cx="11379200" cy="871622"/>
          </a:xfrm>
        </p:spPr>
        <p:txBody>
          <a:bodyPr/>
          <a:lstStyle/>
          <a:p>
            <a:r>
              <a:rPr lang="en-US" dirty="0">
                <a:solidFill>
                  <a:srgbClr val="0000FF"/>
                </a:solidFill>
              </a:rPr>
              <a:t>Inventory IT Assets</a:t>
            </a:r>
          </a:p>
        </p:txBody>
      </p:sp>
      <p:sp>
        <p:nvSpPr>
          <p:cNvPr id="6" name="Content Placeholder 5"/>
          <p:cNvSpPr>
            <a:spLocks noGrp="1"/>
          </p:cNvSpPr>
          <p:nvPr>
            <p:ph sz="quarter" idx="14"/>
          </p:nvPr>
        </p:nvSpPr>
        <p:spPr>
          <a:xfrm>
            <a:off x="76200" y="1510118"/>
            <a:ext cx="5384800" cy="4419600"/>
          </a:xfrm>
        </p:spPr>
        <p:txBody>
          <a:bodyPr/>
          <a:lstStyle/>
          <a:p>
            <a:r>
              <a:rPr lang="en-US" dirty="0"/>
              <a:t>An </a:t>
            </a:r>
            <a:r>
              <a:rPr lang="en-US" b="1" i="1" dirty="0"/>
              <a:t>asset</a:t>
            </a:r>
            <a:r>
              <a:rPr lang="en-US" dirty="0"/>
              <a:t> is something of value and can be either </a:t>
            </a:r>
            <a:r>
              <a:rPr lang="en-US" dirty="0">
                <a:solidFill>
                  <a:srgbClr val="FF0000"/>
                </a:solidFill>
              </a:rPr>
              <a:t>hardware, software, data, or applications</a:t>
            </a:r>
          </a:p>
          <a:p>
            <a:r>
              <a:rPr lang="en-US" dirty="0"/>
              <a:t>An important type of asset is the </a:t>
            </a:r>
            <a:r>
              <a:rPr lang="en-US" b="1" i="1" dirty="0">
                <a:solidFill>
                  <a:srgbClr val="FF0000"/>
                </a:solidFill>
              </a:rPr>
              <a:t>mission-critical application.</a:t>
            </a:r>
          </a:p>
          <a:p>
            <a:r>
              <a:rPr lang="en-US" dirty="0"/>
              <a:t>The next most important type of asset is the </a:t>
            </a:r>
            <a:r>
              <a:rPr lang="en-US" dirty="0">
                <a:solidFill>
                  <a:srgbClr val="FF0000"/>
                </a:solidFill>
              </a:rPr>
              <a:t>organization’s </a:t>
            </a:r>
            <a:r>
              <a:rPr lang="en-US" b="1" i="1" dirty="0">
                <a:solidFill>
                  <a:srgbClr val="FF0000"/>
                </a:solidFill>
              </a:rPr>
              <a:t>data.</a:t>
            </a:r>
          </a:p>
          <a:p>
            <a:r>
              <a:rPr lang="en-US" dirty="0"/>
              <a:t>Once all assets are identified, they need to be </a:t>
            </a:r>
            <a:r>
              <a:rPr lang="en-US" dirty="0">
                <a:solidFill>
                  <a:srgbClr val="FF0000"/>
                </a:solidFill>
              </a:rPr>
              <a:t>rated for importance.</a:t>
            </a:r>
          </a:p>
        </p:txBody>
      </p:sp>
      <p:pic>
        <p:nvPicPr>
          <p:cNvPr id="8" name="Content Placeholder 7"/>
          <p:cNvPicPr>
            <a:picLocks noGrp="1" noChangeAspect="1"/>
          </p:cNvPicPr>
          <p:nvPr>
            <p:ph sz="quarter" idx="15"/>
          </p:nvPr>
        </p:nvPicPr>
        <p:blipFill>
          <a:blip r:embed="rId2"/>
          <a:stretch>
            <a:fillRect/>
          </a:stretch>
        </p:blipFill>
        <p:spPr>
          <a:xfrm>
            <a:off x="5410200" y="1510118"/>
            <a:ext cx="6751926" cy="3863686"/>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3145375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74067" y="457200"/>
            <a:ext cx="11379200" cy="553040"/>
          </a:xfrm>
        </p:spPr>
        <p:txBody>
          <a:bodyPr>
            <a:normAutofit fontScale="90000"/>
          </a:bodyPr>
          <a:lstStyle/>
          <a:p>
            <a:r>
              <a:rPr lang="en-US" dirty="0">
                <a:solidFill>
                  <a:srgbClr val="0000FF"/>
                </a:solidFill>
              </a:rPr>
              <a:t>Sample Inventory of Assets for a Web-Based Bookstore</a:t>
            </a:r>
          </a:p>
        </p:txBody>
      </p:sp>
      <p:pic>
        <p:nvPicPr>
          <p:cNvPr id="9" name="Content Placeholder 8"/>
          <p:cNvPicPr>
            <a:picLocks noGrp="1" noChangeAspect="1"/>
          </p:cNvPicPr>
          <p:nvPr>
            <p:ph sz="quarter" idx="12"/>
          </p:nvPr>
        </p:nvPicPr>
        <p:blipFill>
          <a:blip r:embed="rId2"/>
          <a:stretch>
            <a:fillRect/>
          </a:stretch>
        </p:blipFill>
        <p:spPr>
          <a:xfrm>
            <a:off x="304800" y="1143001"/>
            <a:ext cx="11742630" cy="5125038"/>
          </a:xfrm>
          <a:prstGeom prst="rect">
            <a:avLst/>
          </a:prstGeom>
        </p:spPr>
      </p:pic>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19</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6196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11379200" cy="670559"/>
          </a:xfrm>
        </p:spPr>
        <p:txBody>
          <a:bodyPr/>
          <a:lstStyle/>
          <a:p>
            <a:r>
              <a:rPr lang="en-US" dirty="0">
                <a:solidFill>
                  <a:srgbClr val="0000FF"/>
                </a:solidFill>
              </a:rPr>
              <a:t>Identify Threats</a:t>
            </a:r>
          </a:p>
        </p:txBody>
      </p:sp>
      <p:sp>
        <p:nvSpPr>
          <p:cNvPr id="3" name="Content Placeholder 2"/>
          <p:cNvSpPr>
            <a:spLocks noGrp="1"/>
          </p:cNvSpPr>
          <p:nvPr>
            <p:ph sz="quarter" idx="14"/>
          </p:nvPr>
        </p:nvSpPr>
        <p:spPr>
          <a:xfrm>
            <a:off x="152400" y="1371600"/>
            <a:ext cx="5384800" cy="4419600"/>
          </a:xfrm>
        </p:spPr>
        <p:txBody>
          <a:bodyPr/>
          <a:lstStyle/>
          <a:p>
            <a:r>
              <a:rPr lang="en-US" dirty="0">
                <a:solidFill>
                  <a:srgbClr val="FF0000"/>
                </a:solidFill>
              </a:rPr>
              <a:t>A </a:t>
            </a:r>
            <a:r>
              <a:rPr lang="en-US" b="1" i="1" dirty="0">
                <a:solidFill>
                  <a:srgbClr val="FF0000"/>
                </a:solidFill>
              </a:rPr>
              <a:t>threat</a:t>
            </a:r>
            <a:r>
              <a:rPr lang="en-US" dirty="0">
                <a:solidFill>
                  <a:srgbClr val="FF0000"/>
                </a:solidFill>
              </a:rPr>
              <a:t> </a:t>
            </a:r>
            <a:r>
              <a:rPr lang="en-US" dirty="0"/>
              <a:t>is any potential occurrence that can do </a:t>
            </a:r>
            <a:r>
              <a:rPr lang="en-US" dirty="0">
                <a:solidFill>
                  <a:srgbClr val="FF0000"/>
                </a:solidFill>
              </a:rPr>
              <a:t>harm, interrupt the systems </a:t>
            </a:r>
            <a:r>
              <a:rPr lang="en-US" dirty="0"/>
              <a:t>using the network, or cause a monetary loss to the organization.</a:t>
            </a:r>
          </a:p>
          <a:p>
            <a:r>
              <a:rPr lang="en-US" dirty="0"/>
              <a:t>The actual probability of a threat to your organization depends on your business.</a:t>
            </a:r>
          </a:p>
          <a:p>
            <a:r>
              <a:rPr lang="en-US" dirty="0"/>
              <a:t>The next step is to create </a:t>
            </a:r>
            <a:r>
              <a:rPr lang="en-US" b="1" i="1" dirty="0">
                <a:solidFill>
                  <a:srgbClr val="FF0000"/>
                </a:solidFill>
              </a:rPr>
              <a:t>threat scenarios.</a:t>
            </a:r>
          </a:p>
        </p:txBody>
      </p:sp>
      <p:pic>
        <p:nvPicPr>
          <p:cNvPr id="7" name="Content Placeholder 6"/>
          <p:cNvPicPr>
            <a:picLocks noGrp="1" noChangeAspect="1"/>
          </p:cNvPicPr>
          <p:nvPr>
            <p:ph sz="quarter" idx="15"/>
          </p:nvPr>
        </p:nvPicPr>
        <p:blipFill>
          <a:blip r:embed="rId2"/>
          <a:stretch>
            <a:fillRect/>
          </a:stretch>
        </p:blipFill>
        <p:spPr>
          <a:xfrm>
            <a:off x="5626009" y="1447800"/>
            <a:ext cx="6347277" cy="4144645"/>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3888234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98874"/>
            <a:ext cx="11379200" cy="718896"/>
          </a:xfrm>
        </p:spPr>
        <p:txBody>
          <a:bodyPr>
            <a:normAutofit fontScale="90000"/>
          </a:bodyPr>
          <a:lstStyle/>
          <a:p>
            <a:r>
              <a:rPr lang="en-US" dirty="0">
                <a:solidFill>
                  <a:srgbClr val="0000FF"/>
                </a:solidFill>
              </a:rPr>
              <a:t>Sample Threat Scenario for Theft of Customer Information</a:t>
            </a:r>
          </a:p>
        </p:txBody>
      </p:sp>
      <p:pic>
        <p:nvPicPr>
          <p:cNvPr id="7" name="Content Placeholder 6"/>
          <p:cNvPicPr>
            <a:picLocks noGrp="1" noChangeAspect="1"/>
          </p:cNvPicPr>
          <p:nvPr>
            <p:ph sz="quarter" idx="14"/>
          </p:nvPr>
        </p:nvPicPr>
        <p:blipFill>
          <a:blip r:embed="rId2"/>
          <a:stretch>
            <a:fillRect/>
          </a:stretch>
        </p:blipFill>
        <p:spPr>
          <a:xfrm>
            <a:off x="276192" y="1491722"/>
            <a:ext cx="5657645" cy="4070878"/>
          </a:xfrm>
          <a:prstGeom prst="rect">
            <a:avLst/>
          </a:prstGeom>
        </p:spPr>
      </p:pic>
      <p:pic>
        <p:nvPicPr>
          <p:cNvPr id="8" name="Content Placeholder 7"/>
          <p:cNvPicPr>
            <a:picLocks noGrp="1" noChangeAspect="1"/>
          </p:cNvPicPr>
          <p:nvPr>
            <p:ph sz="quarter" idx="15"/>
          </p:nvPr>
        </p:nvPicPr>
        <p:blipFill>
          <a:blip r:embed="rId3"/>
          <a:stretch>
            <a:fillRect/>
          </a:stretch>
        </p:blipFill>
        <p:spPr>
          <a:xfrm>
            <a:off x="6083504" y="1491722"/>
            <a:ext cx="5987021" cy="4147078"/>
          </a:xfrm>
          <a:prstGeom prst="rect">
            <a:avLst/>
          </a:prstGeom>
        </p:spPr>
      </p:pic>
      <p:sp>
        <p:nvSpPr>
          <p:cNvPr id="5" name="Slide Number Placeholder 4"/>
          <p:cNvSpPr>
            <a:spLocks noGrp="1"/>
          </p:cNvSpPr>
          <p:nvPr>
            <p:ph type="sldNum" sz="quarter" idx="10"/>
          </p:nvPr>
        </p:nvSpPr>
        <p:spPr/>
        <p:txBody>
          <a:bodyPr/>
          <a:lstStyle/>
          <a:p>
            <a:r>
              <a:rPr lang="en-US" dirty="0"/>
              <a:t>11-</a:t>
            </a:r>
            <a:fld id="{67B19427-F580-D146-B60E-4CADEE75497F}" type="slidenum">
              <a:rPr lang="en-US" smtClean="0"/>
              <a:pPr/>
              <a:t>21</a:t>
            </a:fld>
            <a:endParaRPr lang="en-US" dirty="0"/>
          </a:p>
        </p:txBody>
      </p:sp>
      <p:sp>
        <p:nvSpPr>
          <p:cNvPr id="6" name="Footer Placeholder 5"/>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3269871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11379200" cy="990600"/>
          </a:xfrm>
        </p:spPr>
        <p:txBody>
          <a:bodyPr/>
          <a:lstStyle/>
          <a:p>
            <a:r>
              <a:rPr lang="en-US" dirty="0">
                <a:solidFill>
                  <a:srgbClr val="0000FF"/>
                </a:solidFill>
              </a:rPr>
              <a:t>11.3 Ensuring Business Continuity</a:t>
            </a:r>
          </a:p>
        </p:txBody>
      </p:sp>
      <p:sp>
        <p:nvSpPr>
          <p:cNvPr id="3" name="Content Placeholder 2"/>
          <p:cNvSpPr>
            <a:spLocks noGrp="1"/>
          </p:cNvSpPr>
          <p:nvPr>
            <p:ph sz="quarter" idx="12"/>
          </p:nvPr>
        </p:nvSpPr>
        <p:spPr/>
        <p:txBody>
          <a:bodyPr/>
          <a:lstStyle/>
          <a:p>
            <a:r>
              <a:rPr lang="en-US" dirty="0"/>
              <a:t>Business continuity means that the organization’s </a:t>
            </a:r>
            <a:r>
              <a:rPr lang="en-US" dirty="0">
                <a:solidFill>
                  <a:srgbClr val="FF0000"/>
                </a:solidFill>
              </a:rPr>
              <a:t>data and applications will continue to operate </a:t>
            </a:r>
            <a:r>
              <a:rPr lang="en-US" dirty="0"/>
              <a:t>even in the face of disruption, destruction, or disaster</a:t>
            </a:r>
          </a:p>
          <a:p>
            <a:r>
              <a:rPr lang="en-US" dirty="0"/>
              <a:t>A business continuity plan has </a:t>
            </a:r>
            <a:r>
              <a:rPr lang="en-US" dirty="0">
                <a:solidFill>
                  <a:srgbClr val="FF0000"/>
                </a:solidFill>
              </a:rPr>
              <a:t>two major parts:</a:t>
            </a:r>
          </a:p>
          <a:p>
            <a:pPr marL="758952" lvl="1" indent="-457200">
              <a:buFont typeface="+mj-lt"/>
              <a:buAutoNum type="arabicPeriod"/>
            </a:pPr>
            <a:r>
              <a:rPr lang="en-US" dirty="0"/>
              <a:t>The </a:t>
            </a:r>
            <a:r>
              <a:rPr lang="en-US" dirty="0">
                <a:solidFill>
                  <a:srgbClr val="FF0000"/>
                </a:solidFill>
              </a:rPr>
              <a:t>development of controls </a:t>
            </a:r>
            <a:r>
              <a:rPr lang="en-US" dirty="0"/>
              <a:t>that will prevent these events from having a major impact on the organization</a:t>
            </a:r>
          </a:p>
          <a:p>
            <a:pPr marL="758952" lvl="1" indent="-457200">
              <a:buFont typeface="+mj-lt"/>
              <a:buAutoNum type="arabicPeriod"/>
            </a:pPr>
            <a:r>
              <a:rPr lang="en-US" dirty="0"/>
              <a:t>A </a:t>
            </a:r>
            <a:r>
              <a:rPr lang="en-US" dirty="0">
                <a:solidFill>
                  <a:srgbClr val="FF0000"/>
                </a:solidFill>
              </a:rPr>
              <a:t>disaster recovery plan</a:t>
            </a:r>
            <a:r>
              <a:rPr lang="en-US" dirty="0"/>
              <a:t> that will enable the organization to recover if a disaster occurs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22</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607449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11379200" cy="746759"/>
          </a:xfrm>
        </p:spPr>
        <p:txBody>
          <a:bodyPr/>
          <a:lstStyle/>
          <a:p>
            <a:r>
              <a:rPr lang="en-US" dirty="0">
                <a:solidFill>
                  <a:srgbClr val="0000FF"/>
                </a:solidFill>
              </a:rPr>
              <a:t>Major Threats to Business Continuity</a:t>
            </a:r>
          </a:p>
        </p:txBody>
      </p:sp>
      <p:sp>
        <p:nvSpPr>
          <p:cNvPr id="3" name="Content Placeholder 2"/>
          <p:cNvSpPr>
            <a:spLocks noGrp="1"/>
          </p:cNvSpPr>
          <p:nvPr>
            <p:ph sz="quarter" idx="12"/>
          </p:nvPr>
        </p:nvSpPr>
        <p:spPr>
          <a:xfrm>
            <a:off x="406400" y="1752600"/>
            <a:ext cx="11379200" cy="4038600"/>
          </a:xfrm>
        </p:spPr>
        <p:txBody>
          <a:bodyPr/>
          <a:lstStyle/>
          <a:p>
            <a:pPr marL="514350" indent="-514350">
              <a:buFont typeface="+mj-lt"/>
              <a:buAutoNum type="arabicPeriod"/>
            </a:pPr>
            <a:r>
              <a:rPr lang="en-US" dirty="0">
                <a:solidFill>
                  <a:srgbClr val="FF0000"/>
                </a:solidFill>
              </a:rPr>
              <a:t>Viruses</a:t>
            </a:r>
          </a:p>
          <a:p>
            <a:pPr marL="514350" indent="-514350">
              <a:buFont typeface="+mj-lt"/>
              <a:buAutoNum type="arabicPeriod"/>
            </a:pPr>
            <a:r>
              <a:rPr lang="en-US" dirty="0"/>
              <a:t>Theft</a:t>
            </a:r>
          </a:p>
          <a:p>
            <a:pPr marL="514350" indent="-514350">
              <a:buFont typeface="+mj-lt"/>
              <a:buAutoNum type="arabicPeriod"/>
            </a:pPr>
            <a:r>
              <a:rPr lang="en-US" dirty="0">
                <a:solidFill>
                  <a:srgbClr val="FF0000"/>
                </a:solidFill>
              </a:rPr>
              <a:t>Denial of service attacks</a:t>
            </a:r>
          </a:p>
          <a:p>
            <a:pPr marL="514350" indent="-514350">
              <a:buFont typeface="+mj-lt"/>
              <a:buAutoNum type="arabicPeriod"/>
            </a:pPr>
            <a:r>
              <a:rPr lang="en-US" dirty="0"/>
              <a:t>Device failure</a:t>
            </a:r>
          </a:p>
          <a:p>
            <a:pPr marL="514350" indent="-514350">
              <a:buFont typeface="+mj-lt"/>
              <a:buAutoNum type="arabicPeriod"/>
            </a:pPr>
            <a:r>
              <a:rPr lang="en-US" dirty="0"/>
              <a:t>Disaster</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23</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162789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09600"/>
            <a:ext cx="11379200" cy="670559"/>
          </a:xfrm>
        </p:spPr>
        <p:txBody>
          <a:bodyPr/>
          <a:lstStyle/>
          <a:p>
            <a:r>
              <a:rPr lang="en-US" dirty="0">
                <a:solidFill>
                  <a:srgbClr val="0000FF"/>
                </a:solidFill>
              </a:rPr>
              <a:t>Virus Protection</a:t>
            </a:r>
          </a:p>
        </p:txBody>
      </p:sp>
      <p:sp>
        <p:nvSpPr>
          <p:cNvPr id="3" name="Content Placeholder 2"/>
          <p:cNvSpPr>
            <a:spLocks noGrp="1"/>
          </p:cNvSpPr>
          <p:nvPr>
            <p:ph sz="quarter" idx="12"/>
          </p:nvPr>
        </p:nvSpPr>
        <p:spPr>
          <a:xfrm>
            <a:off x="228600" y="1447800"/>
            <a:ext cx="11379200" cy="4495800"/>
          </a:xfrm>
        </p:spPr>
        <p:txBody>
          <a:bodyPr>
            <a:normAutofit lnSpcReduction="10000"/>
          </a:bodyPr>
          <a:lstStyle/>
          <a:p>
            <a:r>
              <a:rPr lang="en-US" dirty="0"/>
              <a:t>Special attention must be paid to preventing </a:t>
            </a:r>
            <a:r>
              <a:rPr lang="en-US" dirty="0">
                <a:solidFill>
                  <a:srgbClr val="FF0000"/>
                </a:solidFill>
              </a:rPr>
              <a:t>malware</a:t>
            </a:r>
            <a:r>
              <a:rPr lang="en-US" dirty="0"/>
              <a:t> such as computer </a:t>
            </a:r>
            <a:r>
              <a:rPr lang="en-US" b="1" i="1" dirty="0">
                <a:solidFill>
                  <a:srgbClr val="FF0000"/>
                </a:solidFill>
              </a:rPr>
              <a:t>viruses</a:t>
            </a:r>
            <a:r>
              <a:rPr lang="en-US" dirty="0">
                <a:solidFill>
                  <a:srgbClr val="FF0000"/>
                </a:solidFill>
              </a:rPr>
              <a:t> and </a:t>
            </a:r>
            <a:r>
              <a:rPr lang="en-US" b="1" i="1" dirty="0">
                <a:solidFill>
                  <a:srgbClr val="FF0000"/>
                </a:solidFill>
              </a:rPr>
              <a:t>ransomware.</a:t>
            </a:r>
          </a:p>
          <a:p>
            <a:r>
              <a:rPr lang="en-US" dirty="0"/>
              <a:t>Most </a:t>
            </a:r>
            <a:r>
              <a:rPr lang="en-US" b="1" i="1" dirty="0"/>
              <a:t>malware</a:t>
            </a:r>
            <a:r>
              <a:rPr lang="en-US" dirty="0"/>
              <a:t> attaches itself to other programs or USB drives.</a:t>
            </a:r>
          </a:p>
          <a:p>
            <a:r>
              <a:rPr lang="en-US" b="1" i="1" dirty="0">
                <a:solidFill>
                  <a:srgbClr val="FF0000"/>
                </a:solidFill>
              </a:rPr>
              <a:t>Macro viruses </a:t>
            </a:r>
            <a:r>
              <a:rPr lang="en-US" dirty="0"/>
              <a:t>can </a:t>
            </a:r>
            <a:r>
              <a:rPr lang="en-US" dirty="0">
                <a:solidFill>
                  <a:srgbClr val="FF0000"/>
                </a:solidFill>
              </a:rPr>
              <a:t>spread when an</a:t>
            </a:r>
            <a:r>
              <a:rPr lang="en-US" dirty="0"/>
              <a:t> </a:t>
            </a:r>
            <a:r>
              <a:rPr lang="en-US" dirty="0">
                <a:solidFill>
                  <a:srgbClr val="FF0000"/>
                </a:solidFill>
              </a:rPr>
              <a:t>infected file is simply opened</a:t>
            </a:r>
          </a:p>
          <a:p>
            <a:pPr lvl="1"/>
            <a:r>
              <a:rPr lang="en-US" dirty="0"/>
              <a:t>Viruses that are contained in documents, emails, or spreadsheet files.</a:t>
            </a:r>
          </a:p>
          <a:p>
            <a:r>
              <a:rPr lang="en-US" dirty="0"/>
              <a:t>A </a:t>
            </a:r>
            <a:r>
              <a:rPr lang="en-US" b="1" i="1" dirty="0">
                <a:solidFill>
                  <a:srgbClr val="FF0000"/>
                </a:solidFill>
              </a:rPr>
              <a:t>worm</a:t>
            </a:r>
            <a:r>
              <a:rPr lang="en-US" dirty="0">
                <a:solidFill>
                  <a:srgbClr val="FF0000"/>
                </a:solidFill>
              </a:rPr>
              <a:t> is a special type of virus </a:t>
            </a:r>
            <a:r>
              <a:rPr lang="en-US" dirty="0"/>
              <a:t>that </a:t>
            </a:r>
            <a:r>
              <a:rPr lang="en-US" dirty="0">
                <a:solidFill>
                  <a:srgbClr val="FF0000"/>
                </a:solidFill>
              </a:rPr>
              <a:t>spreads itself </a:t>
            </a:r>
            <a:r>
              <a:rPr lang="en-US" dirty="0"/>
              <a:t>without human intervention.</a:t>
            </a:r>
          </a:p>
          <a:p>
            <a:r>
              <a:rPr lang="en-US" dirty="0"/>
              <a:t>The best way to prevent the spread of viruses is to </a:t>
            </a:r>
            <a:r>
              <a:rPr lang="en-US" dirty="0">
                <a:solidFill>
                  <a:srgbClr val="FF0000"/>
                </a:solidFill>
              </a:rPr>
              <a:t>install </a:t>
            </a:r>
            <a:r>
              <a:rPr lang="en-US" b="1" i="1" dirty="0">
                <a:solidFill>
                  <a:srgbClr val="FF0000"/>
                </a:solidFill>
              </a:rPr>
              <a:t>antivirus software.</a:t>
            </a:r>
          </a:p>
          <a:p>
            <a:r>
              <a:rPr lang="en-US" b="1" i="1" dirty="0">
                <a:solidFill>
                  <a:srgbClr val="FF0000"/>
                </a:solidFill>
              </a:rPr>
              <a:t>Malware</a:t>
            </a:r>
            <a:r>
              <a:rPr lang="en-US" dirty="0">
                <a:solidFill>
                  <a:srgbClr val="FF0000"/>
                </a:solidFill>
              </a:rPr>
              <a:t> is often </a:t>
            </a:r>
            <a:r>
              <a:rPr lang="en-US" dirty="0"/>
              <a:t>spread by </a:t>
            </a:r>
            <a:r>
              <a:rPr lang="en-US" dirty="0">
                <a:solidFill>
                  <a:srgbClr val="FF0000"/>
                </a:solidFill>
              </a:rPr>
              <a:t>downloading files from the Internet.</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24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9897091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93089"/>
            <a:ext cx="11379200" cy="975360"/>
          </a:xfrm>
        </p:spPr>
        <p:txBody>
          <a:bodyPr/>
          <a:lstStyle/>
          <a:p>
            <a:r>
              <a:rPr lang="en-US" dirty="0">
                <a:solidFill>
                  <a:srgbClr val="0000FF"/>
                </a:solidFill>
              </a:rPr>
              <a:t>Denial-of-Service Protection</a:t>
            </a:r>
          </a:p>
        </p:txBody>
      </p:sp>
      <p:sp>
        <p:nvSpPr>
          <p:cNvPr id="6" name="Content Placeholder 5"/>
          <p:cNvSpPr>
            <a:spLocks noGrp="1"/>
          </p:cNvSpPr>
          <p:nvPr>
            <p:ph sz="quarter" idx="14"/>
          </p:nvPr>
        </p:nvSpPr>
        <p:spPr>
          <a:xfrm>
            <a:off x="141398" y="1371600"/>
            <a:ext cx="5384800" cy="4419600"/>
          </a:xfrm>
        </p:spPr>
        <p:txBody>
          <a:bodyPr/>
          <a:lstStyle/>
          <a:p>
            <a:r>
              <a:rPr lang="en-US" dirty="0"/>
              <a:t>With a </a:t>
            </a:r>
            <a:r>
              <a:rPr lang="en-US" b="1" i="1" dirty="0"/>
              <a:t>denial-of-service </a:t>
            </a:r>
            <a:r>
              <a:rPr lang="en-US" dirty="0"/>
              <a:t>(DoS) </a:t>
            </a:r>
            <a:r>
              <a:rPr lang="en-US" b="1" i="1" dirty="0"/>
              <a:t>attack</a:t>
            </a:r>
            <a:r>
              <a:rPr lang="en-US" dirty="0"/>
              <a:t>, an attacker attempts to </a:t>
            </a:r>
            <a:r>
              <a:rPr lang="en-US" dirty="0">
                <a:solidFill>
                  <a:srgbClr val="FF0000"/>
                </a:solidFill>
              </a:rPr>
              <a:t>disrupt the target by flooding it with messages.</a:t>
            </a:r>
          </a:p>
          <a:p>
            <a:pPr lvl="1"/>
            <a:r>
              <a:rPr lang="en-US" dirty="0"/>
              <a:t>Also called a </a:t>
            </a:r>
            <a:r>
              <a:rPr lang="en-US" b="1" i="1" dirty="0"/>
              <a:t>distributed denial-of-service </a:t>
            </a:r>
            <a:r>
              <a:rPr lang="en-US" dirty="0"/>
              <a:t>(DDoS) </a:t>
            </a:r>
            <a:r>
              <a:rPr lang="en-US" b="1" i="1" dirty="0"/>
              <a:t>attack.</a:t>
            </a:r>
          </a:p>
          <a:p>
            <a:r>
              <a:rPr lang="en-US" dirty="0"/>
              <a:t>The simplest approach is to flood it with incoming messages</a:t>
            </a:r>
          </a:p>
          <a:p>
            <a:pPr lvl="1"/>
            <a:r>
              <a:rPr lang="en-US" dirty="0"/>
              <a:t>Some DDos attacks have sent more than </a:t>
            </a:r>
            <a:r>
              <a:rPr lang="en-US" dirty="0">
                <a:solidFill>
                  <a:srgbClr val="FF0000"/>
                </a:solidFill>
              </a:rPr>
              <a:t>one billion packets per second at the target.</a:t>
            </a:r>
          </a:p>
        </p:txBody>
      </p:sp>
      <p:pic>
        <p:nvPicPr>
          <p:cNvPr id="8" name="Content Placeholder 7"/>
          <p:cNvPicPr>
            <a:picLocks noGrp="1" noChangeAspect="1"/>
          </p:cNvPicPr>
          <p:nvPr>
            <p:ph sz="quarter" idx="15"/>
          </p:nvPr>
        </p:nvPicPr>
        <p:blipFill>
          <a:blip r:embed="rId2"/>
          <a:stretch>
            <a:fillRect/>
          </a:stretch>
        </p:blipFill>
        <p:spPr>
          <a:xfrm>
            <a:off x="5955800" y="1496890"/>
            <a:ext cx="6074749" cy="4419599"/>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25</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122911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 y="593089"/>
            <a:ext cx="11379200" cy="702311"/>
          </a:xfrm>
        </p:spPr>
        <p:txBody>
          <a:bodyPr/>
          <a:lstStyle/>
          <a:p>
            <a:r>
              <a:rPr lang="en-US" dirty="0">
                <a:solidFill>
                  <a:srgbClr val="0000FF"/>
                </a:solidFill>
              </a:rPr>
              <a:t>Denial-of-Service Protection </a:t>
            </a:r>
            <a:r>
              <a:rPr lang="en-US" sz="2000" dirty="0">
                <a:solidFill>
                  <a:srgbClr val="0000FF"/>
                </a:solidFill>
              </a:rPr>
              <a:t>Continued</a:t>
            </a:r>
          </a:p>
        </p:txBody>
      </p:sp>
      <p:sp>
        <p:nvSpPr>
          <p:cNvPr id="6" name="Content Placeholder 5"/>
          <p:cNvSpPr>
            <a:spLocks noGrp="1"/>
          </p:cNvSpPr>
          <p:nvPr>
            <p:ph sz="quarter" idx="14"/>
          </p:nvPr>
        </p:nvSpPr>
        <p:spPr>
          <a:xfrm>
            <a:off x="152400" y="1449772"/>
            <a:ext cx="5384800" cy="4419600"/>
          </a:xfrm>
        </p:spPr>
        <p:txBody>
          <a:bodyPr/>
          <a:lstStyle/>
          <a:p>
            <a:r>
              <a:rPr lang="en-US" dirty="0"/>
              <a:t>The attacker </a:t>
            </a:r>
            <a:r>
              <a:rPr lang="en-US" dirty="0">
                <a:solidFill>
                  <a:srgbClr val="FF0000"/>
                </a:solidFill>
              </a:rPr>
              <a:t>breaks into and takes control of thousands computers or smart device </a:t>
            </a:r>
            <a:r>
              <a:rPr lang="en-US" dirty="0"/>
              <a:t>and plants software on them</a:t>
            </a:r>
          </a:p>
          <a:p>
            <a:pPr lvl="1"/>
            <a:r>
              <a:rPr lang="en-US" dirty="0"/>
              <a:t>Called a </a:t>
            </a:r>
            <a:r>
              <a:rPr lang="en-US" b="1" i="1" dirty="0"/>
              <a:t>DDoS agent</a:t>
            </a:r>
            <a:r>
              <a:rPr lang="en-US" dirty="0"/>
              <a:t>,</a:t>
            </a:r>
            <a:r>
              <a:rPr lang="en-US" b="1" i="1" dirty="0"/>
              <a:t> </a:t>
            </a:r>
            <a:r>
              <a:rPr lang="en-US" dirty="0"/>
              <a:t>or </a:t>
            </a:r>
            <a:r>
              <a:rPr lang="en-US" b="1" i="1" dirty="0"/>
              <a:t>zombie</a:t>
            </a:r>
            <a:r>
              <a:rPr lang="en-US" dirty="0"/>
              <a:t>, or </a:t>
            </a:r>
            <a:r>
              <a:rPr lang="en-US" b="1" i="1" dirty="0"/>
              <a:t>bot</a:t>
            </a:r>
          </a:p>
          <a:p>
            <a:r>
              <a:rPr lang="en-US" dirty="0"/>
              <a:t>The attacker then uses software called a </a:t>
            </a:r>
            <a:r>
              <a:rPr lang="en-US" b="1" i="1" dirty="0"/>
              <a:t>DDoS handler </a:t>
            </a:r>
            <a:r>
              <a:rPr lang="en-US" dirty="0"/>
              <a:t>to control the agents</a:t>
            </a:r>
          </a:p>
          <a:p>
            <a:pPr lvl="1"/>
            <a:r>
              <a:rPr lang="en-US" dirty="0"/>
              <a:t>Sometimes called a </a:t>
            </a:r>
            <a:r>
              <a:rPr lang="en-US" b="1" i="1" dirty="0"/>
              <a:t>botnet</a:t>
            </a:r>
          </a:p>
        </p:txBody>
      </p:sp>
      <p:pic>
        <p:nvPicPr>
          <p:cNvPr id="8" name="Content Placeholder 7"/>
          <p:cNvPicPr>
            <a:picLocks noGrp="1" noChangeAspect="1"/>
          </p:cNvPicPr>
          <p:nvPr>
            <p:ph sz="quarter" idx="15"/>
          </p:nvPr>
        </p:nvPicPr>
        <p:blipFill>
          <a:blip r:embed="rId2"/>
          <a:stretch>
            <a:fillRect/>
          </a:stretch>
        </p:blipFill>
        <p:spPr>
          <a:xfrm>
            <a:off x="5867400" y="1501617"/>
            <a:ext cx="6040199" cy="4394463"/>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26</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104727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8575" y="609600"/>
            <a:ext cx="11379200" cy="975359"/>
          </a:xfrm>
        </p:spPr>
        <p:txBody>
          <a:bodyPr>
            <a:normAutofit fontScale="90000"/>
          </a:bodyPr>
          <a:lstStyle/>
          <a:p>
            <a:r>
              <a:rPr lang="en-US" dirty="0">
                <a:solidFill>
                  <a:srgbClr val="0000FF"/>
                </a:solidFill>
              </a:rPr>
              <a:t>Preventing DoS and DDoS Attacks from Affecting the Network</a:t>
            </a:r>
          </a:p>
        </p:txBody>
      </p:sp>
      <p:sp>
        <p:nvSpPr>
          <p:cNvPr id="8" name="Content Placeholder 7"/>
          <p:cNvSpPr>
            <a:spLocks noGrp="1"/>
          </p:cNvSpPr>
          <p:nvPr>
            <p:ph sz="quarter" idx="12"/>
          </p:nvPr>
        </p:nvSpPr>
        <p:spPr>
          <a:xfrm>
            <a:off x="152400" y="1957633"/>
            <a:ext cx="11379200" cy="4267200"/>
          </a:xfrm>
        </p:spPr>
        <p:txBody>
          <a:bodyPr/>
          <a:lstStyle/>
          <a:p>
            <a:r>
              <a:rPr lang="en-US" dirty="0">
                <a:solidFill>
                  <a:srgbClr val="FF0000"/>
                </a:solidFill>
              </a:rPr>
              <a:t>Configure the main router </a:t>
            </a:r>
            <a:r>
              <a:rPr lang="en-US" dirty="0"/>
              <a:t>that connects your network to the Internet to verify that the source address of all incoming messages is in a </a:t>
            </a:r>
            <a:r>
              <a:rPr lang="en-US" dirty="0">
                <a:solidFill>
                  <a:srgbClr val="FF0000"/>
                </a:solidFill>
              </a:rPr>
              <a:t>valid address range for that connection.</a:t>
            </a:r>
          </a:p>
          <a:p>
            <a:pPr lvl="1"/>
            <a:r>
              <a:rPr lang="en-US" dirty="0"/>
              <a:t>Called </a:t>
            </a:r>
            <a:r>
              <a:rPr lang="en-US" b="1" i="1" dirty="0">
                <a:solidFill>
                  <a:srgbClr val="FF0000"/>
                </a:solidFill>
              </a:rPr>
              <a:t>traffic filtering</a:t>
            </a:r>
          </a:p>
          <a:p>
            <a:r>
              <a:rPr lang="en-US" dirty="0"/>
              <a:t>Configure the </a:t>
            </a:r>
            <a:r>
              <a:rPr lang="en-US" dirty="0">
                <a:solidFill>
                  <a:srgbClr val="FF0000"/>
                </a:solidFill>
              </a:rPr>
              <a:t>main router (or firewall)</a:t>
            </a:r>
            <a:r>
              <a:rPr lang="en-US" dirty="0"/>
              <a:t> to limit the number of incoming packets that could be DoS/DDoS attack packets that it allows to enter the network</a:t>
            </a:r>
          </a:p>
          <a:p>
            <a:pPr lvl="1"/>
            <a:r>
              <a:rPr lang="en-US" dirty="0"/>
              <a:t>Called </a:t>
            </a:r>
            <a:r>
              <a:rPr lang="en-US" b="1" i="1" dirty="0">
                <a:solidFill>
                  <a:srgbClr val="FF0000"/>
                </a:solidFill>
              </a:rPr>
              <a:t>traffic limiting</a:t>
            </a:r>
          </a:p>
          <a:p>
            <a:r>
              <a:rPr lang="en-US" dirty="0"/>
              <a:t>Use a special-purpose security device, called a </a:t>
            </a:r>
            <a:r>
              <a:rPr lang="en-US" b="1" i="1" dirty="0"/>
              <a:t>traffic anomaly detector</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27</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668287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78486"/>
            <a:ext cx="11379200" cy="746759"/>
          </a:xfrm>
        </p:spPr>
        <p:txBody>
          <a:bodyPr/>
          <a:lstStyle/>
          <a:p>
            <a:r>
              <a:rPr lang="en-US" dirty="0">
                <a:solidFill>
                  <a:srgbClr val="0000FF"/>
                </a:solidFill>
              </a:rPr>
              <a:t>Device Failure Protection</a:t>
            </a:r>
          </a:p>
        </p:txBody>
      </p:sp>
      <p:sp>
        <p:nvSpPr>
          <p:cNvPr id="3" name="Content Placeholder 2"/>
          <p:cNvSpPr>
            <a:spLocks noGrp="1"/>
          </p:cNvSpPr>
          <p:nvPr>
            <p:ph sz="quarter" idx="12"/>
          </p:nvPr>
        </p:nvSpPr>
        <p:spPr>
          <a:xfrm>
            <a:off x="228600" y="1345670"/>
            <a:ext cx="11506200" cy="4750330"/>
          </a:xfrm>
        </p:spPr>
        <p:txBody>
          <a:bodyPr>
            <a:normAutofit lnSpcReduction="10000"/>
          </a:bodyPr>
          <a:lstStyle/>
          <a:p>
            <a:r>
              <a:rPr lang="en-US" dirty="0"/>
              <a:t>Eventually, every computerized device will fail</a:t>
            </a:r>
          </a:p>
          <a:p>
            <a:r>
              <a:rPr lang="en-US" dirty="0"/>
              <a:t>The best way to </a:t>
            </a:r>
            <a:r>
              <a:rPr lang="en-US" dirty="0">
                <a:solidFill>
                  <a:srgbClr val="FF0000"/>
                </a:solidFill>
              </a:rPr>
              <a:t>prevent a failure </a:t>
            </a:r>
            <a:r>
              <a:rPr lang="en-US" dirty="0"/>
              <a:t>from impacting </a:t>
            </a:r>
            <a:r>
              <a:rPr lang="en-US" dirty="0">
                <a:solidFill>
                  <a:srgbClr val="FF0000"/>
                </a:solidFill>
              </a:rPr>
              <a:t>business continuity</a:t>
            </a:r>
            <a:r>
              <a:rPr lang="en-US" dirty="0"/>
              <a:t> is to build </a:t>
            </a:r>
            <a:r>
              <a:rPr lang="en-US" b="1" i="1" dirty="0">
                <a:solidFill>
                  <a:srgbClr val="FF0000"/>
                </a:solidFill>
              </a:rPr>
              <a:t>redundancy</a:t>
            </a:r>
            <a:r>
              <a:rPr lang="en-US" dirty="0"/>
              <a:t> into the network.</a:t>
            </a:r>
          </a:p>
          <a:p>
            <a:pPr lvl="1"/>
            <a:r>
              <a:rPr lang="en-US" dirty="0"/>
              <a:t>Internet connection</a:t>
            </a:r>
          </a:p>
          <a:p>
            <a:pPr lvl="1"/>
            <a:r>
              <a:rPr lang="en-US" dirty="0"/>
              <a:t>Core backbone</a:t>
            </a:r>
          </a:p>
          <a:p>
            <a:pPr lvl="1"/>
            <a:r>
              <a:rPr lang="en-US" dirty="0"/>
              <a:t>Each access layer LAN</a:t>
            </a:r>
          </a:p>
          <a:p>
            <a:r>
              <a:rPr lang="en-US" dirty="0">
                <a:solidFill>
                  <a:srgbClr val="FF0000"/>
                </a:solidFill>
              </a:rPr>
              <a:t>Redundancy can be expensive</a:t>
            </a:r>
          </a:p>
          <a:p>
            <a:r>
              <a:rPr lang="en-US" dirty="0"/>
              <a:t>Redundancy also </a:t>
            </a:r>
            <a:r>
              <a:rPr lang="en-US" dirty="0">
                <a:solidFill>
                  <a:srgbClr val="FF0000"/>
                </a:solidFill>
              </a:rPr>
              <a:t>applies to servers</a:t>
            </a:r>
          </a:p>
          <a:p>
            <a:pPr lvl="1"/>
            <a:r>
              <a:rPr lang="en-US" dirty="0"/>
              <a:t>Some organizations use </a:t>
            </a:r>
            <a:r>
              <a:rPr lang="en-US" b="1" i="1" dirty="0">
                <a:solidFill>
                  <a:srgbClr val="FF0000"/>
                </a:solidFill>
              </a:rPr>
              <a:t>fault-tolerant servers</a:t>
            </a:r>
          </a:p>
          <a:p>
            <a:r>
              <a:rPr lang="en-US" dirty="0"/>
              <a:t>An </a:t>
            </a:r>
            <a:r>
              <a:rPr lang="en-US" b="1" i="1" dirty="0"/>
              <a:t>uninterruptible power supply </a:t>
            </a:r>
            <a:r>
              <a:rPr lang="en-US" dirty="0"/>
              <a:t>(UPS) is a device that </a:t>
            </a:r>
            <a:r>
              <a:rPr lang="en-US" dirty="0">
                <a:solidFill>
                  <a:srgbClr val="FF0000"/>
                </a:solidFill>
              </a:rPr>
              <a:t>detects power failures and permits the devices</a:t>
            </a:r>
            <a:r>
              <a:rPr lang="en-US" dirty="0"/>
              <a:t> attached to it to continue to operate.</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28</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4287126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11379200" cy="746759"/>
          </a:xfrm>
        </p:spPr>
        <p:txBody>
          <a:bodyPr/>
          <a:lstStyle/>
          <a:p>
            <a:r>
              <a:rPr lang="en-US" dirty="0">
                <a:solidFill>
                  <a:srgbClr val="0000FF"/>
                </a:solidFill>
              </a:rPr>
              <a:t>Redundant Array of Independent Disks </a:t>
            </a:r>
          </a:p>
        </p:txBody>
      </p:sp>
      <p:sp>
        <p:nvSpPr>
          <p:cNvPr id="3" name="Content Placeholder 2"/>
          <p:cNvSpPr>
            <a:spLocks noGrp="1"/>
          </p:cNvSpPr>
          <p:nvPr>
            <p:ph sz="quarter" idx="12"/>
          </p:nvPr>
        </p:nvSpPr>
        <p:spPr>
          <a:xfrm>
            <a:off x="152400" y="1447800"/>
            <a:ext cx="11379200" cy="4495800"/>
          </a:xfrm>
        </p:spPr>
        <p:txBody>
          <a:bodyPr>
            <a:normAutofit lnSpcReduction="10000"/>
          </a:bodyPr>
          <a:lstStyle/>
          <a:p>
            <a:r>
              <a:rPr lang="en-US" b="1" i="1" dirty="0">
                <a:solidFill>
                  <a:srgbClr val="FF0000"/>
                </a:solidFill>
              </a:rPr>
              <a:t>Redundant array of independent disks </a:t>
            </a:r>
            <a:r>
              <a:rPr lang="en-US" dirty="0">
                <a:solidFill>
                  <a:srgbClr val="FF0000"/>
                </a:solidFill>
              </a:rPr>
              <a:t>(RAID) </a:t>
            </a:r>
            <a:r>
              <a:rPr lang="en-US" dirty="0"/>
              <a:t>is a storage technology that is made of many </a:t>
            </a:r>
            <a:r>
              <a:rPr lang="en-US" dirty="0">
                <a:solidFill>
                  <a:srgbClr val="FF0000"/>
                </a:solidFill>
              </a:rPr>
              <a:t>separate disk drives.</a:t>
            </a:r>
          </a:p>
          <a:p>
            <a:r>
              <a:rPr lang="en-US" dirty="0"/>
              <a:t>When a file is written </a:t>
            </a:r>
            <a:r>
              <a:rPr lang="en-US" dirty="0">
                <a:solidFill>
                  <a:srgbClr val="FF0000"/>
                </a:solidFill>
              </a:rPr>
              <a:t>to a RAID device</a:t>
            </a:r>
            <a:r>
              <a:rPr lang="en-US" dirty="0"/>
              <a:t>, it is written across several separate, redundant disks</a:t>
            </a:r>
          </a:p>
          <a:p>
            <a:pPr lvl="1"/>
            <a:r>
              <a:rPr lang="en-US" dirty="0"/>
              <a:t>RAID 0 uses </a:t>
            </a:r>
            <a:r>
              <a:rPr lang="en-US" dirty="0">
                <a:solidFill>
                  <a:srgbClr val="FF0000"/>
                </a:solidFill>
              </a:rPr>
              <a:t>multiple disk drives </a:t>
            </a:r>
            <a:r>
              <a:rPr lang="en-US" dirty="0"/>
              <a:t>and therefore is faster than traditional storage</a:t>
            </a:r>
          </a:p>
          <a:p>
            <a:pPr lvl="1"/>
            <a:r>
              <a:rPr lang="en-US" dirty="0"/>
              <a:t>RAID 1 </a:t>
            </a:r>
            <a:r>
              <a:rPr lang="en-US" dirty="0">
                <a:solidFill>
                  <a:srgbClr val="FF0000"/>
                </a:solidFill>
              </a:rPr>
              <a:t>writes duplicate copies </a:t>
            </a:r>
            <a:r>
              <a:rPr lang="en-US" dirty="0"/>
              <a:t>of all data on at least </a:t>
            </a:r>
            <a:r>
              <a:rPr lang="en-US" dirty="0">
                <a:solidFill>
                  <a:srgbClr val="FF0000"/>
                </a:solidFill>
              </a:rPr>
              <a:t>two different disks</a:t>
            </a:r>
          </a:p>
          <a:p>
            <a:pPr lvl="1"/>
            <a:r>
              <a:rPr lang="en-US" dirty="0"/>
              <a:t>RAID 2 provides </a:t>
            </a:r>
            <a:r>
              <a:rPr lang="en-US" dirty="0">
                <a:solidFill>
                  <a:srgbClr val="FF0000"/>
                </a:solidFill>
              </a:rPr>
              <a:t>error checking </a:t>
            </a:r>
            <a:r>
              <a:rPr lang="en-US" dirty="0"/>
              <a:t>to ensure no errors have occurred during the reading or writing process</a:t>
            </a:r>
          </a:p>
          <a:p>
            <a:pPr lvl="1"/>
            <a:r>
              <a:rPr lang="en-US" dirty="0"/>
              <a:t>RAID 3 provides a </a:t>
            </a:r>
            <a:r>
              <a:rPr lang="en-US" dirty="0">
                <a:solidFill>
                  <a:srgbClr val="FF0000"/>
                </a:solidFill>
              </a:rPr>
              <a:t>better and faster error checking</a:t>
            </a:r>
          </a:p>
          <a:p>
            <a:pPr lvl="1"/>
            <a:r>
              <a:rPr lang="en-US" dirty="0"/>
              <a:t>RAID 4 provides </a:t>
            </a:r>
            <a:r>
              <a:rPr lang="en-US" dirty="0">
                <a:solidFill>
                  <a:srgbClr val="FF0000"/>
                </a:solidFill>
              </a:rPr>
              <a:t>slightly faster read access</a:t>
            </a:r>
          </a:p>
          <a:p>
            <a:pPr lvl="1"/>
            <a:r>
              <a:rPr lang="en-US" dirty="0"/>
              <a:t>RAID 5 provides slightly faster </a:t>
            </a:r>
            <a:r>
              <a:rPr lang="en-US" dirty="0">
                <a:solidFill>
                  <a:srgbClr val="FF0000"/>
                </a:solidFill>
              </a:rPr>
              <a:t>read and write access</a:t>
            </a:r>
          </a:p>
          <a:p>
            <a:pPr lvl="1"/>
            <a:r>
              <a:rPr lang="en-US" dirty="0"/>
              <a:t>RAID 6 can survive the failure of two drives with no data loss.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29</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085711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6</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04800" y="1371600"/>
            <a:ext cx="11023600" cy="35814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The key principle in preventing disruption, destruction and disaster </a:t>
            </a:r>
            <a:r>
              <a:rPr lang="en-NZ" sz="2400">
                <a:latin typeface="Times New Roman" panose="02020603050405020304" pitchFamily="18" charset="0"/>
                <a:ea typeface="Times New Roman" panose="02020603050405020304" pitchFamily="18" charset="0"/>
              </a:rPr>
              <a:t>is ___________.</a:t>
            </a:r>
            <a:endParaRPr lang="en-NZ" sz="2400" dirty="0">
              <a:latin typeface="Times New Roman" panose="02020603050405020304" pitchFamily="18" charset="0"/>
              <a:ea typeface="Times New Roman" panose="02020603050405020304" pitchFamily="18" charset="0"/>
            </a:endParaRPr>
          </a:p>
          <a:p>
            <a:pPr marL="0" lvl="0" indent="0">
              <a:buNone/>
            </a:pPr>
            <a:endParaRPr lang="en-NZ" sz="2400" dirty="0">
              <a:latin typeface="Times New Roman" panose="02020603050405020304" pitchFamily="18" charset="0"/>
              <a:ea typeface="Times New Roman" panose="02020603050405020304" pitchFamily="18" charset="0"/>
            </a:endParaRPr>
          </a:p>
          <a:p>
            <a:pPr marL="457200" lvl="0" indent="-457200">
              <a:buAutoNum type="alphaLcPeriod"/>
            </a:pPr>
            <a:r>
              <a:rPr lang="en-NZ" sz="2400" dirty="0">
                <a:latin typeface="Times New Roman" panose="02020603050405020304" pitchFamily="18" charset="0"/>
                <a:ea typeface="Times New Roman" panose="02020603050405020304" pitchFamily="18" charset="0"/>
              </a:rPr>
              <a:t>redundancy</a:t>
            </a:r>
          </a:p>
          <a:p>
            <a:pPr marL="457200" lvl="0" indent="-457200">
              <a:buAutoNum type="alphaLcPeriod"/>
            </a:pPr>
            <a:r>
              <a:rPr lang="en-NZ" sz="2400" dirty="0">
                <a:latin typeface="Times New Roman" panose="02020603050405020304" pitchFamily="18" charset="0"/>
                <a:ea typeface="Times New Roman" panose="02020603050405020304" pitchFamily="18" charset="0"/>
              </a:rPr>
              <a:t>control spreadsheet</a:t>
            </a:r>
          </a:p>
          <a:p>
            <a:pPr marL="457200" lvl="0" indent="-457200">
              <a:buAutoNum type="alphaLcPeriod"/>
            </a:pPr>
            <a:r>
              <a:rPr lang="en-NZ" sz="2400" dirty="0">
                <a:latin typeface="Times New Roman" panose="02020603050405020304" pitchFamily="18" charset="0"/>
                <a:ea typeface="Times New Roman" panose="02020603050405020304" pitchFamily="18" charset="0"/>
              </a:rPr>
              <a:t>prevention controls</a:t>
            </a:r>
          </a:p>
          <a:p>
            <a:pPr marL="457200" lvl="0" indent="-457200">
              <a:buAutoNum type="alphaLcPeriod" startAt="4"/>
            </a:pPr>
            <a:r>
              <a:rPr lang="en-NZ" sz="2400" dirty="0">
                <a:latin typeface="Times New Roman" panose="02020603050405020304" pitchFamily="18" charset="0"/>
                <a:ea typeface="Times New Roman" panose="02020603050405020304" pitchFamily="18" charset="0"/>
              </a:rPr>
              <a:t>anti-virus software</a:t>
            </a:r>
          </a:p>
          <a:p>
            <a:pPr marL="457200" lvl="0" indent="-457200">
              <a:buAutoNum type="alphaLcPeriod" startAt="5"/>
            </a:pPr>
            <a:endParaRPr lang="en-NZ" sz="2400" dirty="0">
              <a:latin typeface="Times New Roman" panose="02020603050405020304" pitchFamily="18" charset="0"/>
              <a:ea typeface="Times New Roman" panose="02020603050405020304" pitchFamily="18" charset="0"/>
            </a:endParaRPr>
          </a:p>
          <a:p>
            <a:pPr marL="0" lvl="0" indent="0">
              <a:buNone/>
            </a:pPr>
            <a:endParaRPr lang="en-NZ" sz="2400"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30</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1457880" y="5126412"/>
            <a:ext cx="10124519" cy="1323439"/>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a. redundancy</a:t>
            </a:r>
          </a:p>
          <a:p>
            <a:pPr marL="457200" indent="-228600"/>
            <a:endParaRPr lang="en-US" sz="2800" dirty="0">
              <a:latin typeface="Times New Roman" panose="02020603050405020304" pitchFamily="18" charset="0"/>
              <a:ea typeface="Times New Roman" panose="02020603050405020304" pitchFamily="18" charset="0"/>
            </a:endParaRPr>
          </a:p>
          <a:p>
            <a:pPr marL="457200" indent="-228600"/>
            <a:endParaRPr lang="en-NZ"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4375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2452-06EF-FDE1-C524-A6985C036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351F-ADF1-BA62-E0D7-A11B5F334F22}"/>
              </a:ext>
            </a:extLst>
          </p:cNvPr>
          <p:cNvSpPr>
            <a:spLocks noGrp="1"/>
          </p:cNvSpPr>
          <p:nvPr>
            <p:ph type="title"/>
          </p:nvPr>
        </p:nvSpPr>
        <p:spPr>
          <a:xfrm>
            <a:off x="228600" y="548640"/>
            <a:ext cx="2413000" cy="975360"/>
          </a:xfrm>
        </p:spPr>
        <p:txBody>
          <a:bodyPr>
            <a:normAutofit/>
          </a:bodyPr>
          <a:lstStyle/>
          <a:p>
            <a:r>
              <a:rPr lang="en-US" sz="4400" dirty="0">
                <a:solidFill>
                  <a:srgbClr val="0000FF"/>
                </a:solidFill>
              </a:rPr>
              <a:t>QUIZ 7</a:t>
            </a:r>
          </a:p>
        </p:txBody>
      </p:sp>
      <p:sp>
        <p:nvSpPr>
          <p:cNvPr id="3" name="Content Placeholder 2">
            <a:extLst>
              <a:ext uri="{FF2B5EF4-FFF2-40B4-BE49-F238E27FC236}">
                <a16:creationId xmlns:a16="http://schemas.microsoft.com/office/drawing/2014/main" id="{E8FE4192-2823-4A53-04F8-2787A041DFC0}"/>
              </a:ext>
            </a:extLst>
          </p:cNvPr>
          <p:cNvSpPr>
            <a:spLocks noGrp="1"/>
          </p:cNvSpPr>
          <p:nvPr>
            <p:ph sz="quarter" idx="12"/>
          </p:nvPr>
        </p:nvSpPr>
        <p:spPr>
          <a:xfrm>
            <a:off x="304800" y="1371600"/>
            <a:ext cx="11023600" cy="3581400"/>
          </a:xfrm>
        </p:spPr>
        <p:txBody>
          <a:bodyPr>
            <a:normAutofit/>
          </a:bodyPr>
          <a:lstStyle/>
          <a:p>
            <a:pPr marL="0" lvl="0" indent="0">
              <a:buNone/>
            </a:pPr>
            <a:r>
              <a:rPr lang="en-NZ" sz="2400" dirty="0">
                <a:latin typeface="Times New Roman" panose="02020603050405020304" pitchFamily="18" charset="0"/>
                <a:ea typeface="Times New Roman" panose="02020603050405020304" pitchFamily="18" charset="0"/>
              </a:rPr>
              <a:t>A hacker gaining access to organizational data files and resources is an example of a(n) ____________ threat.</a:t>
            </a:r>
          </a:p>
          <a:p>
            <a:pPr marL="457200" lvl="0" indent="-457200">
              <a:buAutoNum type="alphaLcPeriod"/>
            </a:pPr>
            <a:r>
              <a:rPr lang="en-NZ" sz="2400" dirty="0">
                <a:latin typeface="Times New Roman" panose="02020603050405020304" pitchFamily="18" charset="0"/>
                <a:ea typeface="Times New Roman" panose="02020603050405020304" pitchFamily="18" charset="0"/>
              </a:rPr>
              <a:t>disruptive</a:t>
            </a:r>
          </a:p>
          <a:p>
            <a:pPr marL="457200" lvl="0" indent="-457200">
              <a:buAutoNum type="alphaLcPeriod"/>
            </a:pPr>
            <a:r>
              <a:rPr lang="en-NZ" sz="2400" dirty="0">
                <a:latin typeface="Times New Roman" panose="02020603050405020304" pitchFamily="18" charset="0"/>
                <a:ea typeface="Times New Roman" panose="02020603050405020304" pitchFamily="18" charset="0"/>
              </a:rPr>
              <a:t>controlled chaos</a:t>
            </a:r>
          </a:p>
          <a:p>
            <a:pPr marL="457200" lvl="0" indent="-457200">
              <a:buAutoNum type="alphaLcPeriod" startAt="3"/>
            </a:pPr>
            <a:r>
              <a:rPr lang="en-NZ" sz="2400" dirty="0">
                <a:latin typeface="Times New Roman" panose="02020603050405020304" pitchFamily="18" charset="0"/>
                <a:ea typeface="Times New Roman" panose="02020603050405020304" pitchFamily="18" charset="0"/>
              </a:rPr>
              <a:t>destruction</a:t>
            </a:r>
          </a:p>
          <a:p>
            <a:pPr marL="457200" lvl="0" indent="-457200">
              <a:buAutoNum type="alphaLcPeriod" startAt="4"/>
            </a:pPr>
            <a:r>
              <a:rPr lang="en-NZ" sz="2400" dirty="0">
                <a:latin typeface="Times New Roman" panose="02020603050405020304" pitchFamily="18" charset="0"/>
                <a:ea typeface="Times New Roman" panose="02020603050405020304" pitchFamily="18" charset="0"/>
              </a:rPr>
              <a:t>intrusion</a:t>
            </a:r>
          </a:p>
          <a:p>
            <a:pPr marL="457200" lvl="0" indent="-457200">
              <a:buAutoNum type="alphaLcPeriod" startAt="5"/>
            </a:pPr>
            <a:r>
              <a:rPr lang="en-NZ" sz="2400" dirty="0">
                <a:latin typeface="Times New Roman" panose="02020603050405020304" pitchFamily="18" charset="0"/>
                <a:ea typeface="Times New Roman" panose="02020603050405020304" pitchFamily="18" charset="0"/>
              </a:rPr>
              <a:t>disaster</a:t>
            </a:r>
          </a:p>
          <a:p>
            <a:pPr marL="0" lvl="0" indent="0">
              <a:buNone/>
            </a:pPr>
            <a:endParaRPr lang="en-NZ" sz="2400" dirty="0">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D8E5887-63D1-0515-B079-5A600EAD046F}"/>
              </a:ext>
            </a:extLst>
          </p:cNvPr>
          <p:cNvSpPr>
            <a:spLocks noGrp="1"/>
          </p:cNvSpPr>
          <p:nvPr>
            <p:ph type="sldNum" sz="quarter" idx="11"/>
          </p:nvPr>
        </p:nvSpPr>
        <p:spPr/>
        <p:txBody>
          <a:bodyPr/>
          <a:lstStyle/>
          <a:p>
            <a:r>
              <a:rPr lang="en-US" dirty="0"/>
              <a:t>3-</a:t>
            </a:r>
            <a:fld id="{67B19427-F580-D146-B60E-4CADEE75497F}" type="slidenum">
              <a:rPr lang="en-US" smtClean="0"/>
              <a:pPr/>
              <a:t>31</a:t>
            </a:fld>
            <a:endParaRPr lang="en-US" dirty="0"/>
          </a:p>
        </p:txBody>
      </p:sp>
      <p:sp>
        <p:nvSpPr>
          <p:cNvPr id="5" name="Footer Placeholder 4">
            <a:extLst>
              <a:ext uri="{FF2B5EF4-FFF2-40B4-BE49-F238E27FC236}">
                <a16:creationId xmlns:a16="http://schemas.microsoft.com/office/drawing/2014/main" id="{3C4DA500-E190-6D23-8657-33AEAA8CD2B6}"/>
              </a:ext>
            </a:extLst>
          </p:cNvPr>
          <p:cNvSpPr>
            <a:spLocks noGrp="1"/>
          </p:cNvSpPr>
          <p:nvPr>
            <p:ph type="ftr" sz="quarter" idx="10"/>
          </p:nvPr>
        </p:nvSpPr>
        <p:spPr/>
        <p:txBody>
          <a:bodyPr/>
          <a:lstStyle/>
          <a:p>
            <a:r>
              <a:rPr lang="en-US" dirty="0"/>
              <a:t>Copyright ©2021 John Wiley &amp; Sons, Inc. </a:t>
            </a:r>
          </a:p>
        </p:txBody>
      </p:sp>
      <p:sp>
        <p:nvSpPr>
          <p:cNvPr id="7" name="TextBox 6">
            <a:extLst>
              <a:ext uri="{FF2B5EF4-FFF2-40B4-BE49-F238E27FC236}">
                <a16:creationId xmlns:a16="http://schemas.microsoft.com/office/drawing/2014/main" id="{FA675855-37F8-C760-BF9A-87BD359B9C9C}"/>
              </a:ext>
            </a:extLst>
          </p:cNvPr>
          <p:cNvSpPr txBox="1"/>
          <p:nvPr/>
        </p:nvSpPr>
        <p:spPr>
          <a:xfrm>
            <a:off x="1457880" y="5126412"/>
            <a:ext cx="10124519" cy="892552"/>
          </a:xfrm>
          <a:prstGeom prst="rect">
            <a:avLst/>
          </a:prstGeom>
          <a:noFill/>
        </p:spPr>
        <p:txBody>
          <a:bodyPr wrap="square">
            <a:spAutoFit/>
          </a:bodyPr>
          <a:lstStyle/>
          <a:p>
            <a:pPr marL="457200" indent="-228600"/>
            <a:r>
              <a:rPr lang="en-US" sz="2800" dirty="0">
                <a:solidFill>
                  <a:srgbClr val="FF0000"/>
                </a:solidFill>
                <a:effectLst/>
                <a:latin typeface="Times New Roman" panose="02020603050405020304" pitchFamily="18" charset="0"/>
                <a:ea typeface="Times New Roman" panose="02020603050405020304" pitchFamily="18" charset="0"/>
              </a:rPr>
              <a:t>Ans: </a:t>
            </a:r>
            <a:r>
              <a:rPr lang="en-US" sz="2800" dirty="0">
                <a:latin typeface="Times New Roman" panose="02020603050405020304" pitchFamily="18" charset="0"/>
                <a:ea typeface="Times New Roman" panose="02020603050405020304" pitchFamily="18" charset="0"/>
              </a:rPr>
              <a:t>d. intrusion</a:t>
            </a:r>
          </a:p>
          <a:p>
            <a:pPr marL="457200" indent="-228600"/>
            <a:endParaRPr lang="en-NZ"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99365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93088"/>
            <a:ext cx="11379200" cy="975360"/>
          </a:xfrm>
        </p:spPr>
        <p:txBody>
          <a:bodyPr/>
          <a:lstStyle/>
          <a:p>
            <a:r>
              <a:rPr lang="en-US" dirty="0">
                <a:solidFill>
                  <a:srgbClr val="0000FF"/>
                </a:solidFill>
              </a:rPr>
              <a:t>Using a Firewall to Protect Networks</a:t>
            </a:r>
          </a:p>
        </p:txBody>
      </p:sp>
      <p:sp>
        <p:nvSpPr>
          <p:cNvPr id="6" name="Content Placeholder 5"/>
          <p:cNvSpPr>
            <a:spLocks noGrp="1"/>
          </p:cNvSpPr>
          <p:nvPr>
            <p:ph sz="quarter" idx="14"/>
          </p:nvPr>
        </p:nvSpPr>
        <p:spPr/>
        <p:txBody>
          <a:bodyPr>
            <a:normAutofit fontScale="92500" lnSpcReduction="10000"/>
          </a:bodyPr>
          <a:lstStyle/>
          <a:p>
            <a:r>
              <a:rPr lang="en-US" dirty="0"/>
              <a:t>A </a:t>
            </a:r>
            <a:r>
              <a:rPr lang="en-US" b="1" i="1" dirty="0"/>
              <a:t>firewall</a:t>
            </a:r>
            <a:r>
              <a:rPr lang="en-US" dirty="0"/>
              <a:t> is commonly used to secure an </a:t>
            </a:r>
            <a:r>
              <a:rPr lang="en-US" dirty="0">
                <a:solidFill>
                  <a:srgbClr val="FF0000"/>
                </a:solidFill>
              </a:rPr>
              <a:t>organization’s Internet connection.</a:t>
            </a:r>
          </a:p>
          <a:p>
            <a:r>
              <a:rPr lang="en-US" dirty="0"/>
              <a:t>It is a router or special-purpose device that </a:t>
            </a:r>
            <a:r>
              <a:rPr lang="en-US" dirty="0">
                <a:solidFill>
                  <a:srgbClr val="FF0000"/>
                </a:solidFill>
              </a:rPr>
              <a:t>examines packets </a:t>
            </a:r>
            <a:r>
              <a:rPr lang="en-US" dirty="0"/>
              <a:t>flowing into and out of a network and restricts access to the organization’s network.</a:t>
            </a:r>
          </a:p>
          <a:p>
            <a:r>
              <a:rPr lang="en-US" dirty="0"/>
              <a:t>The network is designed so that a </a:t>
            </a:r>
            <a:r>
              <a:rPr lang="en-US" dirty="0">
                <a:solidFill>
                  <a:srgbClr val="FF0000"/>
                </a:solidFill>
              </a:rPr>
              <a:t>firewall is placed </a:t>
            </a:r>
            <a:r>
              <a:rPr lang="en-US" dirty="0"/>
              <a:t>on every network connection between the </a:t>
            </a:r>
            <a:r>
              <a:rPr lang="en-US" dirty="0">
                <a:solidFill>
                  <a:srgbClr val="FF0000"/>
                </a:solidFill>
              </a:rPr>
              <a:t>organization and the Internet.</a:t>
            </a:r>
          </a:p>
        </p:txBody>
      </p:sp>
      <p:pic>
        <p:nvPicPr>
          <p:cNvPr id="8" name="Content Placeholder 7"/>
          <p:cNvPicPr>
            <a:picLocks noGrp="1" noChangeAspect="1"/>
          </p:cNvPicPr>
          <p:nvPr>
            <p:ph sz="quarter" idx="15"/>
          </p:nvPr>
        </p:nvPicPr>
        <p:blipFill>
          <a:blip r:embed="rId2"/>
          <a:stretch>
            <a:fillRect/>
          </a:stretch>
        </p:blipFill>
        <p:spPr>
          <a:xfrm>
            <a:off x="5444875" y="1752598"/>
            <a:ext cx="6633317" cy="1524001"/>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32</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3084293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rgbClr val="0000FF"/>
                </a:solidFill>
              </a:rPr>
              <a:t>Types of Firewalls</a:t>
            </a:r>
          </a:p>
        </p:txBody>
      </p:sp>
      <p:sp>
        <p:nvSpPr>
          <p:cNvPr id="8" name="Content Placeholder 7"/>
          <p:cNvSpPr>
            <a:spLocks noGrp="1"/>
          </p:cNvSpPr>
          <p:nvPr>
            <p:ph sz="quarter" idx="12"/>
          </p:nvPr>
        </p:nvSpPr>
        <p:spPr/>
        <p:txBody>
          <a:bodyPr/>
          <a:lstStyle/>
          <a:p>
            <a:r>
              <a:rPr lang="en-US" dirty="0">
                <a:solidFill>
                  <a:srgbClr val="FF0000"/>
                </a:solidFill>
              </a:rPr>
              <a:t>Packet-level firewall</a:t>
            </a:r>
          </a:p>
          <a:p>
            <a:r>
              <a:rPr lang="en-US" dirty="0">
                <a:solidFill>
                  <a:srgbClr val="FF0000"/>
                </a:solidFill>
              </a:rPr>
              <a:t>Application-level</a:t>
            </a:r>
            <a:r>
              <a:rPr lang="en-US" dirty="0"/>
              <a:t> firewall</a:t>
            </a:r>
          </a:p>
          <a:p>
            <a:r>
              <a:rPr lang="en-US" dirty="0">
                <a:solidFill>
                  <a:srgbClr val="FF0000"/>
                </a:solidFill>
              </a:rPr>
              <a:t>Network address translation </a:t>
            </a:r>
            <a:r>
              <a:rPr lang="en-US" dirty="0"/>
              <a:t>firewall</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33</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424657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54757" y="571427"/>
            <a:ext cx="11379200" cy="644462"/>
          </a:xfrm>
        </p:spPr>
        <p:txBody>
          <a:bodyPr/>
          <a:lstStyle/>
          <a:p>
            <a:r>
              <a:rPr lang="en-US" dirty="0">
                <a:solidFill>
                  <a:srgbClr val="0000FF"/>
                </a:solidFill>
              </a:rPr>
              <a:t>Packet-Level Firewall</a:t>
            </a:r>
          </a:p>
        </p:txBody>
      </p:sp>
      <p:sp>
        <p:nvSpPr>
          <p:cNvPr id="8" name="Content Placeholder 7"/>
          <p:cNvSpPr>
            <a:spLocks noGrp="1"/>
          </p:cNvSpPr>
          <p:nvPr>
            <p:ph sz="quarter" idx="14"/>
          </p:nvPr>
        </p:nvSpPr>
        <p:spPr>
          <a:xfrm>
            <a:off x="152400" y="1679227"/>
            <a:ext cx="5105400" cy="4419600"/>
          </a:xfrm>
        </p:spPr>
        <p:txBody>
          <a:bodyPr>
            <a:normAutofit fontScale="92500" lnSpcReduction="10000"/>
          </a:bodyPr>
          <a:lstStyle/>
          <a:p>
            <a:r>
              <a:rPr lang="en-US" dirty="0"/>
              <a:t>A </a:t>
            </a:r>
            <a:r>
              <a:rPr lang="en-US" b="1" i="1" dirty="0"/>
              <a:t>packet-level firewall </a:t>
            </a:r>
            <a:r>
              <a:rPr lang="en-US" dirty="0"/>
              <a:t>examines the </a:t>
            </a:r>
            <a:r>
              <a:rPr lang="en-US" dirty="0">
                <a:solidFill>
                  <a:srgbClr val="FF0000"/>
                </a:solidFill>
              </a:rPr>
              <a:t>source and destination address of every network packet that passes through it.</a:t>
            </a:r>
          </a:p>
          <a:p>
            <a:r>
              <a:rPr lang="en-US" dirty="0"/>
              <a:t>It only allows packets into or out of the organization’s networks that have </a:t>
            </a:r>
            <a:r>
              <a:rPr lang="en-US" dirty="0">
                <a:solidFill>
                  <a:srgbClr val="FF0000"/>
                </a:solidFill>
              </a:rPr>
              <a:t>acceptable source and destination addresses.</a:t>
            </a:r>
          </a:p>
          <a:p>
            <a:r>
              <a:rPr lang="en-US" dirty="0"/>
              <a:t>The network manager writes a set </a:t>
            </a:r>
            <a:r>
              <a:rPr lang="en-US" dirty="0">
                <a:solidFill>
                  <a:srgbClr val="FF0000"/>
                </a:solidFill>
              </a:rPr>
              <a:t>of rules (called an </a:t>
            </a:r>
            <a:r>
              <a:rPr lang="en-US" b="1" i="1" dirty="0">
                <a:solidFill>
                  <a:srgbClr val="FF0000"/>
                </a:solidFill>
              </a:rPr>
              <a:t>access control list </a:t>
            </a:r>
            <a:r>
              <a:rPr lang="en-US" dirty="0">
                <a:solidFill>
                  <a:srgbClr val="FF0000"/>
                </a:solidFill>
              </a:rPr>
              <a:t>[ACL])</a:t>
            </a:r>
            <a:r>
              <a:rPr lang="en-US" dirty="0"/>
              <a:t> for the packet-level firewall.</a:t>
            </a:r>
          </a:p>
          <a:p>
            <a:endParaRPr lang="en-US" dirty="0"/>
          </a:p>
        </p:txBody>
      </p:sp>
      <p:pic>
        <p:nvPicPr>
          <p:cNvPr id="3" name="Content Placeholder 2"/>
          <p:cNvPicPr>
            <a:picLocks noGrp="1" noChangeAspect="1"/>
          </p:cNvPicPr>
          <p:nvPr>
            <p:ph sz="quarter" idx="15"/>
          </p:nvPr>
        </p:nvPicPr>
        <p:blipFill>
          <a:blip r:embed="rId2"/>
          <a:stretch>
            <a:fillRect/>
          </a:stretch>
        </p:blipFill>
        <p:spPr>
          <a:xfrm>
            <a:off x="5438385" y="1828800"/>
            <a:ext cx="6736009" cy="3554238"/>
          </a:xfrm>
          <a:prstGeom prst="rect">
            <a:avLst/>
          </a:prstGeom>
        </p:spPr>
      </p:pic>
      <p:sp>
        <p:nvSpPr>
          <p:cNvPr id="5" name="Slide Number Placeholder 4"/>
          <p:cNvSpPr>
            <a:spLocks noGrp="1"/>
          </p:cNvSpPr>
          <p:nvPr>
            <p:ph type="sldNum" sz="quarter" idx="10"/>
          </p:nvPr>
        </p:nvSpPr>
        <p:spPr/>
        <p:txBody>
          <a:bodyPr/>
          <a:lstStyle/>
          <a:p>
            <a:r>
              <a:rPr lang="en-US" dirty="0"/>
              <a:t>11-</a:t>
            </a:r>
            <a:fld id="{67B19427-F580-D146-B60E-4CADEE75497F}" type="slidenum">
              <a:rPr lang="en-US" smtClean="0"/>
              <a:pPr/>
              <a:t>34</a:t>
            </a:fld>
            <a:endParaRPr lang="en-US" dirty="0"/>
          </a:p>
        </p:txBody>
      </p:sp>
      <p:sp>
        <p:nvSpPr>
          <p:cNvPr id="6" name="Footer Placeholder 5"/>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40814874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52400" y="581526"/>
            <a:ext cx="11379200" cy="975360"/>
          </a:xfrm>
        </p:spPr>
        <p:txBody>
          <a:bodyPr/>
          <a:lstStyle/>
          <a:p>
            <a:r>
              <a:rPr lang="en-US" dirty="0">
                <a:solidFill>
                  <a:srgbClr val="0000FF"/>
                </a:solidFill>
              </a:rPr>
              <a:t>Application-Level Firewalls</a:t>
            </a:r>
          </a:p>
        </p:txBody>
      </p:sp>
      <p:sp>
        <p:nvSpPr>
          <p:cNvPr id="8" name="Content Placeholder 7"/>
          <p:cNvSpPr>
            <a:spLocks noGrp="1"/>
          </p:cNvSpPr>
          <p:nvPr>
            <p:ph sz="quarter" idx="12"/>
          </p:nvPr>
        </p:nvSpPr>
        <p:spPr>
          <a:xfrm>
            <a:off x="228600" y="1371600"/>
            <a:ext cx="11557000" cy="4800600"/>
          </a:xfrm>
        </p:spPr>
        <p:txBody>
          <a:bodyPr/>
          <a:lstStyle/>
          <a:p>
            <a:r>
              <a:rPr lang="en-US" dirty="0"/>
              <a:t>An </a:t>
            </a:r>
            <a:r>
              <a:rPr lang="en-US" b="1" i="1" dirty="0"/>
              <a:t>application-level firewall </a:t>
            </a:r>
            <a:r>
              <a:rPr lang="en-US" dirty="0"/>
              <a:t>is more expensive and more complicated to install and manage than a packet-level firewall.</a:t>
            </a:r>
          </a:p>
          <a:p>
            <a:r>
              <a:rPr lang="en-US" dirty="0"/>
              <a:t>They have </a:t>
            </a:r>
            <a:r>
              <a:rPr lang="en-US" dirty="0">
                <a:solidFill>
                  <a:srgbClr val="FF0000"/>
                </a:solidFill>
              </a:rPr>
              <a:t>rules for each application </a:t>
            </a:r>
            <a:r>
              <a:rPr lang="en-US" dirty="0"/>
              <a:t>they can process.</a:t>
            </a:r>
          </a:p>
          <a:p>
            <a:r>
              <a:rPr lang="en-US" dirty="0"/>
              <a:t>Application-level firewalls can use </a:t>
            </a:r>
            <a:r>
              <a:rPr lang="en-US" b="1" i="1" dirty="0"/>
              <a:t>stateful inspection.</a:t>
            </a:r>
          </a:p>
          <a:p>
            <a:pPr lvl="1"/>
            <a:r>
              <a:rPr lang="en-US" dirty="0"/>
              <a:t>This means that they monitor and record the status of </a:t>
            </a:r>
            <a:r>
              <a:rPr lang="en-US" dirty="0">
                <a:solidFill>
                  <a:srgbClr val="FF0000"/>
                </a:solidFill>
              </a:rPr>
              <a:t>each connection </a:t>
            </a:r>
            <a:r>
              <a:rPr lang="en-US" dirty="0"/>
              <a:t>and can use this information in making decisions about what packets to discard as security threats.</a:t>
            </a:r>
          </a:p>
          <a:p>
            <a:r>
              <a:rPr lang="en-US" dirty="0"/>
              <a:t>Many application-level firewalls </a:t>
            </a:r>
            <a:r>
              <a:rPr lang="en-US" dirty="0">
                <a:solidFill>
                  <a:srgbClr val="FF0000"/>
                </a:solidFill>
              </a:rPr>
              <a:t>prohibit external users from uploading executable files.</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35</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749466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Encryption </a:t>
            </a:r>
          </a:p>
        </p:txBody>
      </p:sp>
      <p:sp>
        <p:nvSpPr>
          <p:cNvPr id="9" name="Content Placeholder 8"/>
          <p:cNvSpPr>
            <a:spLocks noGrp="1"/>
          </p:cNvSpPr>
          <p:nvPr>
            <p:ph sz="quarter" idx="12"/>
          </p:nvPr>
        </p:nvSpPr>
        <p:spPr/>
        <p:txBody>
          <a:bodyPr>
            <a:normAutofit lnSpcReduction="10000"/>
          </a:bodyPr>
          <a:lstStyle/>
          <a:p>
            <a:r>
              <a:rPr lang="en-US" dirty="0"/>
              <a:t>One of the best ways to </a:t>
            </a:r>
            <a:r>
              <a:rPr lang="en-US" dirty="0">
                <a:solidFill>
                  <a:srgbClr val="FF0000"/>
                </a:solidFill>
              </a:rPr>
              <a:t>prevent intrusion is encryption&gt;</a:t>
            </a:r>
          </a:p>
          <a:p>
            <a:r>
              <a:rPr lang="en-US" b="1" i="1" dirty="0"/>
              <a:t>Encryption</a:t>
            </a:r>
            <a:r>
              <a:rPr lang="en-US" dirty="0"/>
              <a:t> is the process of </a:t>
            </a:r>
            <a:r>
              <a:rPr lang="en-US" dirty="0">
                <a:solidFill>
                  <a:srgbClr val="FF0000"/>
                </a:solidFill>
              </a:rPr>
              <a:t>disguising information.</a:t>
            </a:r>
          </a:p>
          <a:p>
            <a:r>
              <a:rPr lang="en-US" b="1" i="1" dirty="0"/>
              <a:t>Decryption</a:t>
            </a:r>
            <a:r>
              <a:rPr lang="en-US" dirty="0"/>
              <a:t> is the process of </a:t>
            </a:r>
            <a:r>
              <a:rPr lang="en-US" dirty="0">
                <a:solidFill>
                  <a:srgbClr val="FF0000"/>
                </a:solidFill>
              </a:rPr>
              <a:t>restoring it to readable form.</a:t>
            </a:r>
          </a:p>
          <a:p>
            <a:r>
              <a:rPr lang="en-US" dirty="0"/>
              <a:t>When information is in readable form, it is called </a:t>
            </a:r>
            <a:r>
              <a:rPr lang="en-US" b="1" i="1" dirty="0"/>
              <a:t>plaintext</a:t>
            </a:r>
            <a:r>
              <a:rPr lang="en-US" dirty="0"/>
              <a:t>; when in encrypted form, it is called </a:t>
            </a:r>
            <a:r>
              <a:rPr lang="en-US" b="1" i="1" dirty="0">
                <a:solidFill>
                  <a:srgbClr val="FF0000"/>
                </a:solidFill>
              </a:rPr>
              <a:t>ciphertext.</a:t>
            </a:r>
          </a:p>
          <a:p>
            <a:r>
              <a:rPr lang="en-US" dirty="0"/>
              <a:t>There are two fundamentally different types of encryption: </a:t>
            </a:r>
            <a:r>
              <a:rPr lang="en-US" dirty="0">
                <a:solidFill>
                  <a:srgbClr val="FF0000"/>
                </a:solidFill>
              </a:rPr>
              <a:t>symmetric and asymmetric</a:t>
            </a:r>
          </a:p>
          <a:p>
            <a:pPr lvl="1"/>
            <a:r>
              <a:rPr lang="en-US" dirty="0"/>
              <a:t>With </a:t>
            </a:r>
            <a:r>
              <a:rPr lang="en-US" b="1" i="1" dirty="0"/>
              <a:t>symmetric encryption</a:t>
            </a:r>
            <a:r>
              <a:rPr lang="en-US" dirty="0"/>
              <a:t>, the key used to encrypt a message is the same as the one used to decrypt it.</a:t>
            </a:r>
          </a:p>
          <a:p>
            <a:pPr lvl="1"/>
            <a:r>
              <a:rPr lang="en-US" dirty="0"/>
              <a:t>With </a:t>
            </a:r>
            <a:r>
              <a:rPr lang="en-US" b="1" i="1" dirty="0"/>
              <a:t>asymmetric encryption</a:t>
            </a:r>
            <a:r>
              <a:rPr lang="en-US" dirty="0"/>
              <a:t>, the key used to decrypt a message is different from the key used to encrypt it.</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36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964234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6200" y="519997"/>
            <a:ext cx="11379200" cy="718114"/>
          </a:xfrm>
        </p:spPr>
        <p:txBody>
          <a:bodyPr/>
          <a:lstStyle/>
          <a:p>
            <a:r>
              <a:rPr lang="en-US" dirty="0">
                <a:solidFill>
                  <a:srgbClr val="0000FF"/>
                </a:solidFill>
              </a:rPr>
              <a:t>11.5 Best Practice Recommendations</a:t>
            </a:r>
          </a:p>
        </p:txBody>
      </p:sp>
      <p:sp>
        <p:nvSpPr>
          <p:cNvPr id="7" name="Content Placeholder 6"/>
          <p:cNvSpPr>
            <a:spLocks noGrp="1"/>
          </p:cNvSpPr>
          <p:nvPr>
            <p:ph sz="quarter" idx="14"/>
          </p:nvPr>
        </p:nvSpPr>
        <p:spPr>
          <a:xfrm>
            <a:off x="228600" y="1679505"/>
            <a:ext cx="5384800" cy="4419600"/>
          </a:xfrm>
        </p:spPr>
        <p:txBody>
          <a:bodyPr>
            <a:normAutofit lnSpcReduction="10000"/>
          </a:bodyPr>
          <a:lstStyle/>
          <a:p>
            <a:r>
              <a:rPr lang="en-US" dirty="0"/>
              <a:t>Good security starts with a clear </a:t>
            </a:r>
            <a:r>
              <a:rPr lang="en-US" dirty="0">
                <a:solidFill>
                  <a:srgbClr val="FF0000"/>
                </a:solidFill>
              </a:rPr>
              <a:t>disaster recovery plan </a:t>
            </a:r>
            <a:r>
              <a:rPr lang="en-US" dirty="0"/>
              <a:t>and a solid </a:t>
            </a:r>
            <a:r>
              <a:rPr lang="en-US" dirty="0">
                <a:solidFill>
                  <a:srgbClr val="FF0000"/>
                </a:solidFill>
              </a:rPr>
              <a:t>security policy.</a:t>
            </a:r>
          </a:p>
          <a:p>
            <a:r>
              <a:rPr lang="en-US" dirty="0"/>
              <a:t>Probably the best security investment is </a:t>
            </a:r>
            <a:r>
              <a:rPr lang="en-US" dirty="0">
                <a:solidFill>
                  <a:srgbClr val="FF0000"/>
                </a:solidFill>
              </a:rPr>
              <a:t>user training.</a:t>
            </a:r>
          </a:p>
          <a:p>
            <a:r>
              <a:rPr lang="en-US" dirty="0"/>
              <a:t>The chart at right shows the most commonly used security controls.</a:t>
            </a:r>
          </a:p>
          <a:p>
            <a:r>
              <a:rPr lang="en-US" dirty="0"/>
              <a:t>We expect </a:t>
            </a:r>
            <a:r>
              <a:rPr lang="en-US" dirty="0">
                <a:solidFill>
                  <a:srgbClr val="FF0000"/>
                </a:solidFill>
              </a:rPr>
              <a:t>two-factor authentication </a:t>
            </a:r>
            <a:r>
              <a:rPr lang="en-US" dirty="0"/>
              <a:t>and </a:t>
            </a:r>
            <a:r>
              <a:rPr lang="en-US" dirty="0">
                <a:solidFill>
                  <a:srgbClr val="FF0000"/>
                </a:solidFill>
              </a:rPr>
              <a:t>encryption</a:t>
            </a:r>
            <a:r>
              <a:rPr lang="en-US" dirty="0"/>
              <a:t> to become much more popular.</a:t>
            </a:r>
          </a:p>
        </p:txBody>
      </p:sp>
      <p:pic>
        <p:nvPicPr>
          <p:cNvPr id="9" name="Content Placeholder 8"/>
          <p:cNvPicPr>
            <a:picLocks noGrp="1" noChangeAspect="1"/>
          </p:cNvPicPr>
          <p:nvPr>
            <p:ph sz="quarter" idx="15"/>
          </p:nvPr>
        </p:nvPicPr>
        <p:blipFill>
          <a:blip r:embed="rId2"/>
          <a:stretch>
            <a:fillRect/>
          </a:stretch>
        </p:blipFill>
        <p:spPr>
          <a:xfrm>
            <a:off x="5778411" y="1679505"/>
            <a:ext cx="5962739" cy="4162355"/>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37</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1244743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52400" y="590550"/>
            <a:ext cx="11379200" cy="628650"/>
          </a:xfrm>
        </p:spPr>
        <p:txBody>
          <a:bodyPr>
            <a:normAutofit fontScale="90000"/>
          </a:bodyPr>
          <a:lstStyle/>
          <a:p>
            <a:r>
              <a:rPr lang="en-US" dirty="0">
                <a:solidFill>
                  <a:srgbClr val="0000FF"/>
                </a:solidFill>
              </a:rPr>
              <a:t>11.6 Implications for Cyber Security</a:t>
            </a:r>
          </a:p>
        </p:txBody>
      </p:sp>
      <p:sp>
        <p:nvSpPr>
          <p:cNvPr id="8" name="Content Placeholder 7"/>
          <p:cNvSpPr>
            <a:spLocks noGrp="1"/>
          </p:cNvSpPr>
          <p:nvPr>
            <p:ph sz="quarter" idx="12"/>
          </p:nvPr>
        </p:nvSpPr>
        <p:spPr>
          <a:xfrm>
            <a:off x="304800" y="1371600"/>
            <a:ext cx="11379200" cy="4495800"/>
          </a:xfrm>
        </p:spPr>
        <p:txBody>
          <a:bodyPr/>
          <a:lstStyle/>
          <a:p>
            <a:r>
              <a:rPr lang="en-US" dirty="0"/>
              <a:t>Cyber security is the </a:t>
            </a:r>
            <a:r>
              <a:rPr lang="en-US" dirty="0">
                <a:solidFill>
                  <a:srgbClr val="FF0000"/>
                </a:solidFill>
              </a:rPr>
              <a:t>fastest-growing area in information systems.</a:t>
            </a:r>
          </a:p>
          <a:p>
            <a:r>
              <a:rPr lang="en-US" dirty="0"/>
              <a:t>The good news is there are plenty of job opportunities</a:t>
            </a:r>
          </a:p>
          <a:p>
            <a:r>
              <a:rPr lang="en-US" dirty="0"/>
              <a:t>The bad news is that you as a user will have to be </a:t>
            </a:r>
            <a:r>
              <a:rPr lang="en-US" dirty="0">
                <a:solidFill>
                  <a:srgbClr val="FF0000"/>
                </a:solidFill>
              </a:rPr>
              <a:t>more concerned with security than ever before.</a:t>
            </a:r>
          </a:p>
          <a:p>
            <a:pPr lvl="1"/>
            <a:r>
              <a:rPr lang="en-US" dirty="0"/>
              <a:t>Professionally </a:t>
            </a:r>
            <a:r>
              <a:rPr lang="en-US" i="1" dirty="0"/>
              <a:t>and</a:t>
            </a:r>
            <a:r>
              <a:rPr lang="en-US" dirty="0"/>
              <a:t> personally</a:t>
            </a:r>
          </a:p>
          <a:p>
            <a:r>
              <a:rPr lang="en-US" dirty="0"/>
              <a:t>Subscribe to an </a:t>
            </a:r>
            <a:r>
              <a:rPr lang="en-US" dirty="0">
                <a:solidFill>
                  <a:srgbClr val="FF0000"/>
                </a:solidFill>
              </a:rPr>
              <a:t>automatic backup service.</a:t>
            </a:r>
          </a:p>
          <a:p>
            <a:r>
              <a:rPr lang="en-US" dirty="0"/>
              <a:t>Keep </a:t>
            </a:r>
            <a:r>
              <a:rPr lang="en-US" dirty="0">
                <a:solidFill>
                  <a:srgbClr val="FF0000"/>
                </a:solidFill>
              </a:rPr>
              <a:t>software up-to-date.</a:t>
            </a:r>
          </a:p>
          <a:p>
            <a:r>
              <a:rPr lang="en-US" dirty="0"/>
              <a:t>Use passphrases</a:t>
            </a:r>
          </a:p>
          <a:p>
            <a:r>
              <a:rPr lang="en-US" dirty="0">
                <a:solidFill>
                  <a:srgbClr val="FF0000"/>
                </a:solidFill>
              </a:rPr>
              <a:t>Lock your phone.</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38</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615218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5487F494-15E0-EABB-7556-3DC4FE06B0FC}"/>
              </a:ext>
            </a:extLst>
          </p:cNvPr>
          <p:cNvSpPr>
            <a:spLocks noGrp="1" noChangeArrowheads="1"/>
          </p:cNvSpPr>
          <p:nvPr>
            <p:ph type="title"/>
          </p:nvPr>
        </p:nvSpPr>
        <p:spPr>
          <a:xfrm>
            <a:off x="1703389" y="2492375"/>
            <a:ext cx="8497887" cy="719138"/>
          </a:xfrm>
          <a:noFill/>
        </p:spPr>
        <p:txBody>
          <a:bodyPr/>
          <a:lstStyle/>
          <a:p>
            <a:pPr algn="ctr"/>
            <a:r>
              <a:rPr lang="en-NZ" altLang="en-US" b="1" dirty="0">
                <a:solidFill>
                  <a:srgbClr val="FF0000"/>
                </a:solidFill>
              </a:rPr>
              <a:t>Optional (Extra materials)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609600"/>
            <a:ext cx="11379200" cy="746759"/>
          </a:xfrm>
        </p:spPr>
        <p:txBody>
          <a:bodyPr/>
          <a:lstStyle/>
          <a:p>
            <a:r>
              <a:rPr lang="en-US" dirty="0">
                <a:solidFill>
                  <a:srgbClr val="0000FF"/>
                </a:solidFill>
              </a:rPr>
              <a:t>Threat Scenario</a:t>
            </a:r>
          </a:p>
        </p:txBody>
      </p:sp>
      <p:sp>
        <p:nvSpPr>
          <p:cNvPr id="8" name="Content Placeholder 7"/>
          <p:cNvSpPr>
            <a:spLocks noGrp="1"/>
          </p:cNvSpPr>
          <p:nvPr>
            <p:ph sz="quarter" idx="12"/>
          </p:nvPr>
        </p:nvSpPr>
        <p:spPr>
          <a:xfrm>
            <a:off x="304800" y="1447800"/>
            <a:ext cx="11379200" cy="4495800"/>
          </a:xfrm>
        </p:spPr>
        <p:txBody>
          <a:bodyPr/>
          <a:lstStyle/>
          <a:p>
            <a:r>
              <a:rPr lang="en-US" dirty="0"/>
              <a:t>A threat scenario begins with the </a:t>
            </a:r>
            <a:r>
              <a:rPr lang="en-US" dirty="0">
                <a:solidFill>
                  <a:srgbClr val="FF0000"/>
                </a:solidFill>
              </a:rPr>
              <a:t>name of the asset </a:t>
            </a:r>
            <a:r>
              <a:rPr lang="en-US" dirty="0"/>
              <a:t>and the threat being considered.</a:t>
            </a:r>
          </a:p>
          <a:p>
            <a:r>
              <a:rPr lang="en-US" dirty="0"/>
              <a:t>Next, the </a:t>
            </a:r>
            <a:r>
              <a:rPr lang="en-US" dirty="0">
                <a:solidFill>
                  <a:srgbClr val="FF0000"/>
                </a:solidFill>
              </a:rPr>
              <a:t>consequences of the threat are assessed</a:t>
            </a:r>
            <a:r>
              <a:rPr lang="en-US" dirty="0"/>
              <a:t>, using the impact areas identified in step 1 and their priority.</a:t>
            </a:r>
          </a:p>
          <a:p>
            <a:r>
              <a:rPr lang="en-US" dirty="0"/>
              <a:t>Finally, we can calculate the </a:t>
            </a:r>
            <a:r>
              <a:rPr lang="en-US" dirty="0">
                <a:solidFill>
                  <a:srgbClr val="FF0000"/>
                </a:solidFill>
              </a:rPr>
              <a:t>relative risk score </a:t>
            </a:r>
            <a:r>
              <a:rPr lang="en-US" dirty="0"/>
              <a:t>by multiplying the impact score by the likelihood.</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40</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687501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09600"/>
            <a:ext cx="11379200" cy="746759"/>
          </a:xfrm>
        </p:spPr>
        <p:txBody>
          <a:bodyPr/>
          <a:lstStyle/>
          <a:p>
            <a:r>
              <a:rPr lang="en-US" dirty="0">
                <a:solidFill>
                  <a:srgbClr val="0000FF"/>
                </a:solidFill>
              </a:rPr>
              <a:t>Document Existing Controls</a:t>
            </a:r>
          </a:p>
        </p:txBody>
      </p:sp>
      <p:sp>
        <p:nvSpPr>
          <p:cNvPr id="3" name="Content Placeholder 2"/>
          <p:cNvSpPr>
            <a:spLocks noGrp="1"/>
          </p:cNvSpPr>
          <p:nvPr>
            <p:ph sz="quarter" idx="12"/>
          </p:nvPr>
        </p:nvSpPr>
        <p:spPr>
          <a:xfrm>
            <a:off x="173348" y="1447800"/>
            <a:ext cx="11379200" cy="4495800"/>
          </a:xfrm>
        </p:spPr>
        <p:txBody>
          <a:bodyPr/>
          <a:lstStyle/>
          <a:p>
            <a:r>
              <a:rPr lang="en-US" dirty="0"/>
              <a:t>The </a:t>
            </a:r>
            <a:r>
              <a:rPr lang="en-US" b="1" i="1" dirty="0">
                <a:solidFill>
                  <a:srgbClr val="FF0000"/>
                </a:solidFill>
              </a:rPr>
              <a:t>risk control strategy </a:t>
            </a:r>
            <a:r>
              <a:rPr lang="en-US" dirty="0"/>
              <a:t>is the way an organization intends to address a risk.</a:t>
            </a:r>
          </a:p>
          <a:p>
            <a:r>
              <a:rPr lang="en-US" dirty="0"/>
              <a:t>In general, there are four ways an organization can address risk:</a:t>
            </a:r>
          </a:p>
          <a:p>
            <a:pPr marL="758952" lvl="1" indent="-457200">
              <a:buFont typeface="+mj-lt"/>
              <a:buAutoNum type="arabicPeriod"/>
            </a:pPr>
            <a:r>
              <a:rPr lang="en-US" dirty="0"/>
              <a:t>If an organization decides </a:t>
            </a:r>
            <a:r>
              <a:rPr lang="en-US" dirty="0">
                <a:solidFill>
                  <a:srgbClr val="FF0000"/>
                </a:solidFill>
              </a:rPr>
              <a:t>to </a:t>
            </a:r>
            <a:r>
              <a:rPr lang="en-US" b="1" i="1" dirty="0">
                <a:solidFill>
                  <a:srgbClr val="FF0000"/>
                </a:solidFill>
              </a:rPr>
              <a:t>accept</a:t>
            </a:r>
            <a:r>
              <a:rPr lang="en-US" dirty="0">
                <a:solidFill>
                  <a:srgbClr val="FF0000"/>
                </a:solidFill>
              </a:rPr>
              <a:t> a risk</a:t>
            </a:r>
            <a:r>
              <a:rPr lang="en-US" dirty="0"/>
              <a:t>, it means the organization will be taking </a:t>
            </a:r>
            <a:r>
              <a:rPr lang="en-US" dirty="0">
                <a:solidFill>
                  <a:srgbClr val="FF0000"/>
                </a:solidFill>
              </a:rPr>
              <a:t>no action to address </a:t>
            </a:r>
            <a:r>
              <a:rPr lang="en-US" dirty="0"/>
              <a:t>it and accept the stated consequences.</a:t>
            </a:r>
          </a:p>
          <a:p>
            <a:pPr marL="758952" lvl="1" indent="-457200">
              <a:buFont typeface="+mj-lt"/>
              <a:buAutoNum type="arabicPeriod"/>
            </a:pPr>
            <a:r>
              <a:rPr lang="en-US" b="1" i="1" dirty="0">
                <a:solidFill>
                  <a:srgbClr val="FF0000"/>
                </a:solidFill>
              </a:rPr>
              <a:t>Risk mitigation</a:t>
            </a:r>
            <a:r>
              <a:rPr lang="en-US" dirty="0">
                <a:solidFill>
                  <a:srgbClr val="FF0000"/>
                </a:solidFill>
              </a:rPr>
              <a:t> involves implementation </a:t>
            </a:r>
            <a:r>
              <a:rPr lang="en-US" dirty="0"/>
              <a:t>of some type of a control to counter the threat or to minimize the impact.</a:t>
            </a:r>
          </a:p>
          <a:p>
            <a:pPr marL="758952" lvl="1" indent="-457200">
              <a:buFont typeface="+mj-lt"/>
              <a:buAutoNum type="arabicPeriod"/>
            </a:pPr>
            <a:r>
              <a:rPr lang="en-US" dirty="0"/>
              <a:t>An organization can decide </a:t>
            </a:r>
            <a:r>
              <a:rPr lang="en-US" dirty="0">
                <a:solidFill>
                  <a:srgbClr val="FF0000"/>
                </a:solidFill>
              </a:rPr>
              <a:t>to </a:t>
            </a:r>
            <a:r>
              <a:rPr lang="en-US" b="1" i="1" dirty="0">
                <a:solidFill>
                  <a:srgbClr val="FF0000"/>
                </a:solidFill>
              </a:rPr>
              <a:t>share</a:t>
            </a:r>
            <a:r>
              <a:rPr lang="en-US" dirty="0">
                <a:solidFill>
                  <a:srgbClr val="FF0000"/>
                </a:solidFill>
              </a:rPr>
              <a:t> the risk</a:t>
            </a:r>
            <a:r>
              <a:rPr lang="en-US" dirty="0"/>
              <a:t>, typically by buying insurance.</a:t>
            </a:r>
          </a:p>
          <a:p>
            <a:pPr marL="758952" lvl="1" indent="-457200">
              <a:buFont typeface="+mj-lt"/>
              <a:buAutoNum type="arabicPeriod"/>
            </a:pPr>
            <a:r>
              <a:rPr lang="en-US" dirty="0"/>
              <a:t>The organization can </a:t>
            </a:r>
            <a:r>
              <a:rPr lang="en-US" b="1" i="1" dirty="0">
                <a:solidFill>
                  <a:srgbClr val="FF0000"/>
                </a:solidFill>
              </a:rPr>
              <a:t>defer</a:t>
            </a:r>
            <a:r>
              <a:rPr lang="en-US" dirty="0">
                <a:solidFill>
                  <a:srgbClr val="FF0000"/>
                </a:solidFill>
              </a:rPr>
              <a:t> the risk</a:t>
            </a:r>
            <a:r>
              <a:rPr lang="en-US" dirty="0"/>
              <a:t>, which usually happens when there is a need to collect additional information about the threat and the risk.</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41</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624786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11379200" cy="975360"/>
          </a:xfrm>
        </p:spPr>
        <p:txBody>
          <a:bodyPr/>
          <a:lstStyle/>
          <a:p>
            <a:r>
              <a:rPr lang="en-US" dirty="0">
                <a:solidFill>
                  <a:srgbClr val="0000FF"/>
                </a:solidFill>
              </a:rPr>
              <a:t>Identify Improvements</a:t>
            </a:r>
          </a:p>
        </p:txBody>
      </p:sp>
      <p:sp>
        <p:nvSpPr>
          <p:cNvPr id="3" name="Content Placeholder 2"/>
          <p:cNvSpPr>
            <a:spLocks noGrp="1"/>
          </p:cNvSpPr>
          <p:nvPr>
            <p:ph sz="quarter" idx="12"/>
          </p:nvPr>
        </p:nvSpPr>
        <p:spPr>
          <a:xfrm>
            <a:off x="228600" y="1508760"/>
            <a:ext cx="11379200" cy="4495800"/>
          </a:xfrm>
        </p:spPr>
        <p:txBody>
          <a:bodyPr/>
          <a:lstStyle/>
          <a:p>
            <a:r>
              <a:rPr lang="en-US" dirty="0"/>
              <a:t>The final step in </a:t>
            </a:r>
            <a:r>
              <a:rPr lang="en-US" dirty="0">
                <a:solidFill>
                  <a:srgbClr val="FF0000"/>
                </a:solidFill>
              </a:rPr>
              <a:t>risk assessment is to identify </a:t>
            </a:r>
            <a:r>
              <a:rPr lang="en-US" dirty="0"/>
              <a:t>what improvements are needed.</a:t>
            </a:r>
          </a:p>
          <a:p>
            <a:r>
              <a:rPr lang="en-US" dirty="0"/>
              <a:t>Most organizations face so many threats that they </a:t>
            </a:r>
            <a:r>
              <a:rPr lang="en-US" dirty="0">
                <a:solidFill>
                  <a:srgbClr val="FF0000"/>
                </a:solidFill>
              </a:rPr>
              <a:t>cannot afford to mitigate all of them.</a:t>
            </a:r>
          </a:p>
          <a:p>
            <a:r>
              <a:rPr lang="en-US" dirty="0"/>
              <a:t>They need to </a:t>
            </a:r>
            <a:r>
              <a:rPr lang="en-US" dirty="0">
                <a:solidFill>
                  <a:srgbClr val="FF0000"/>
                </a:solidFill>
              </a:rPr>
              <a:t>focus first on the highest risks.</a:t>
            </a:r>
          </a:p>
          <a:p>
            <a:r>
              <a:rPr lang="en-US" dirty="0"/>
              <a:t>The second focus is on </a:t>
            </a:r>
            <a:r>
              <a:rPr lang="en-US" dirty="0">
                <a:solidFill>
                  <a:srgbClr val="FF0000"/>
                </a:solidFill>
              </a:rPr>
              <a:t>threat scenarios whose mitigation </a:t>
            </a:r>
            <a:r>
              <a:rPr lang="en-US" dirty="0"/>
              <a:t>controls have low adequacy.</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42</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676881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09600"/>
            <a:ext cx="11379200" cy="670559"/>
          </a:xfrm>
        </p:spPr>
        <p:txBody>
          <a:bodyPr/>
          <a:lstStyle/>
          <a:p>
            <a:r>
              <a:rPr lang="en-US" dirty="0">
                <a:solidFill>
                  <a:srgbClr val="0000FF"/>
                </a:solidFill>
              </a:rPr>
              <a:t>Traffic Anomaly Detector</a:t>
            </a:r>
          </a:p>
        </p:txBody>
      </p:sp>
      <p:sp>
        <p:nvSpPr>
          <p:cNvPr id="6" name="Content Placeholder 5"/>
          <p:cNvSpPr>
            <a:spLocks noGrp="1"/>
          </p:cNvSpPr>
          <p:nvPr>
            <p:ph sz="quarter" idx="14"/>
          </p:nvPr>
        </p:nvSpPr>
        <p:spPr>
          <a:xfrm>
            <a:off x="304800" y="1524000"/>
            <a:ext cx="11658600" cy="4495800"/>
          </a:xfrm>
        </p:spPr>
        <p:txBody>
          <a:bodyPr>
            <a:normAutofit/>
          </a:bodyPr>
          <a:lstStyle/>
          <a:p>
            <a:r>
              <a:rPr lang="en-US" dirty="0"/>
              <a:t>A traffic anomaly detector is installed in front of the main router</a:t>
            </a:r>
          </a:p>
          <a:p>
            <a:r>
              <a:rPr lang="en-US" dirty="0"/>
              <a:t>It monitors normal traffic patterns and learns what normal traffic looks like</a:t>
            </a:r>
          </a:p>
          <a:p>
            <a:r>
              <a:rPr lang="en-US" dirty="0"/>
              <a:t>When it recognizes a DoS/DDoS attach, it quarantines those incoming packets but allows normal traffic to flow through into the network</a:t>
            </a:r>
          </a:p>
        </p:txBody>
      </p:sp>
      <p:pic>
        <p:nvPicPr>
          <p:cNvPr id="8" name="Content Placeholder 7"/>
          <p:cNvPicPr>
            <a:picLocks noGrp="1" noChangeAspect="1"/>
          </p:cNvPicPr>
          <p:nvPr>
            <p:ph sz="quarter" idx="15"/>
          </p:nvPr>
        </p:nvPicPr>
        <p:blipFill>
          <a:blip r:embed="rId2"/>
          <a:stretch>
            <a:fillRect/>
          </a:stretch>
        </p:blipFill>
        <p:spPr>
          <a:xfrm>
            <a:off x="1447800" y="3429000"/>
            <a:ext cx="9510276" cy="2758441"/>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43</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29203942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645736"/>
            <a:ext cx="11379200" cy="867408"/>
          </a:xfrm>
        </p:spPr>
        <p:txBody>
          <a:bodyPr/>
          <a:lstStyle/>
          <a:p>
            <a:r>
              <a:rPr lang="en-US" dirty="0">
                <a:solidFill>
                  <a:srgbClr val="0000FF"/>
                </a:solidFill>
              </a:rPr>
              <a:t>Theft Protection</a:t>
            </a:r>
          </a:p>
        </p:txBody>
      </p:sp>
      <p:sp>
        <p:nvSpPr>
          <p:cNvPr id="8" name="Content Placeholder 7"/>
          <p:cNvSpPr>
            <a:spLocks noGrp="1"/>
          </p:cNvSpPr>
          <p:nvPr>
            <p:ph sz="quarter" idx="12"/>
          </p:nvPr>
        </p:nvSpPr>
        <p:spPr>
          <a:xfrm>
            <a:off x="406400" y="1686847"/>
            <a:ext cx="11379200" cy="4495800"/>
          </a:xfrm>
        </p:spPr>
        <p:txBody>
          <a:bodyPr/>
          <a:lstStyle/>
          <a:p>
            <a:r>
              <a:rPr lang="en-US" dirty="0"/>
              <a:t>One often overlooked security risk is theft.</a:t>
            </a:r>
          </a:p>
          <a:p>
            <a:r>
              <a:rPr lang="en-US" dirty="0"/>
              <a:t>Physical security is a key component of theft protection.</a:t>
            </a:r>
          </a:p>
          <a:p>
            <a:r>
              <a:rPr lang="en-US" dirty="0"/>
              <a:t>One of the most common targets for theft is laptop computers.</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44</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4457914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58166"/>
            <a:ext cx="11379200" cy="975360"/>
          </a:xfrm>
        </p:spPr>
        <p:txBody>
          <a:bodyPr/>
          <a:lstStyle/>
          <a:p>
            <a:r>
              <a:rPr lang="en-US" dirty="0">
                <a:solidFill>
                  <a:srgbClr val="0000FF"/>
                </a:solidFill>
              </a:rPr>
              <a:t>Disaster Protection</a:t>
            </a:r>
          </a:p>
        </p:txBody>
      </p:sp>
      <p:sp>
        <p:nvSpPr>
          <p:cNvPr id="3" name="Content Placeholder 2"/>
          <p:cNvSpPr>
            <a:spLocks noGrp="1"/>
          </p:cNvSpPr>
          <p:nvPr>
            <p:ph sz="quarter" idx="12"/>
          </p:nvPr>
        </p:nvSpPr>
        <p:spPr>
          <a:xfrm>
            <a:off x="396875" y="1879601"/>
            <a:ext cx="11379200" cy="4495800"/>
          </a:xfrm>
        </p:spPr>
        <p:txBody>
          <a:bodyPr>
            <a:normAutofit/>
          </a:bodyPr>
          <a:lstStyle/>
          <a:p>
            <a:r>
              <a:rPr lang="en-US" dirty="0"/>
              <a:t>A </a:t>
            </a:r>
            <a:r>
              <a:rPr lang="en-US" b="1" i="1" dirty="0"/>
              <a:t>disaster</a:t>
            </a:r>
            <a:r>
              <a:rPr lang="en-US" dirty="0"/>
              <a:t> is an event that destroys a large part of the network and computing infrastructure in one part of the organization</a:t>
            </a:r>
          </a:p>
          <a:p>
            <a:r>
              <a:rPr lang="en-US" dirty="0"/>
              <a:t>Disasters are usually (but not always) caused by natural forces</a:t>
            </a:r>
          </a:p>
          <a:p>
            <a:r>
              <a:rPr lang="en-US" dirty="0"/>
              <a:t>Want to avoid a disaster if possible</a:t>
            </a:r>
          </a:p>
          <a:p>
            <a:pPr lvl="1"/>
            <a:r>
              <a:rPr lang="en-US" dirty="0"/>
              <a:t>Redundancy</a:t>
            </a:r>
          </a:p>
          <a:p>
            <a:r>
              <a:rPr lang="en-US" dirty="0"/>
              <a:t>Other steps depend on the disaster to be avoided</a:t>
            </a:r>
          </a:p>
          <a:p>
            <a:r>
              <a:rPr lang="en-US" dirty="0"/>
              <a:t>A critical element in correcting problems from a disaster is the </a:t>
            </a:r>
            <a:r>
              <a:rPr lang="en-US" b="1" i="1" dirty="0"/>
              <a:t>disaster recovery plan</a:t>
            </a:r>
            <a:endParaRPr lang="en-US" dirty="0"/>
          </a:p>
          <a:p>
            <a:pPr lvl="1"/>
            <a:r>
              <a:rPr lang="en-US" dirty="0"/>
              <a:t>Should address various levels of response to a number of possible disasters and should provide for partial or complete recovery</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3141189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 y="457200"/>
            <a:ext cx="8051800" cy="975360"/>
          </a:xfrm>
        </p:spPr>
        <p:txBody>
          <a:bodyPr/>
          <a:lstStyle/>
          <a:p>
            <a:r>
              <a:rPr lang="en-US" dirty="0">
                <a:solidFill>
                  <a:srgbClr val="0000FF"/>
                </a:solidFill>
              </a:rPr>
              <a:t>Elements of a Disaster Recovery Plan</a:t>
            </a:r>
          </a:p>
        </p:txBody>
      </p:sp>
      <p:pic>
        <p:nvPicPr>
          <p:cNvPr id="6" name="Content Placeholder 5"/>
          <p:cNvPicPr>
            <a:picLocks noGrp="1" noChangeAspect="1"/>
          </p:cNvPicPr>
          <p:nvPr>
            <p:ph sz="quarter" idx="12"/>
          </p:nvPr>
        </p:nvPicPr>
        <p:blipFill>
          <a:blip r:embed="rId2"/>
          <a:stretch>
            <a:fillRect/>
          </a:stretch>
        </p:blipFill>
        <p:spPr>
          <a:xfrm>
            <a:off x="3657600" y="1295400"/>
            <a:ext cx="7532432" cy="4946126"/>
          </a:xfrm>
          <a:prstGeom prst="rect">
            <a:avLst/>
          </a:prstGeom>
        </p:spPr>
      </p:pic>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8625807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on Disaster Recovery</a:t>
            </a:r>
          </a:p>
        </p:txBody>
      </p:sp>
      <p:sp>
        <p:nvSpPr>
          <p:cNvPr id="3" name="Content Placeholder 2"/>
          <p:cNvSpPr>
            <a:spLocks noGrp="1"/>
          </p:cNvSpPr>
          <p:nvPr>
            <p:ph sz="quarter" idx="12"/>
          </p:nvPr>
        </p:nvSpPr>
        <p:spPr/>
        <p:txBody>
          <a:bodyPr/>
          <a:lstStyle/>
          <a:p>
            <a:r>
              <a:rPr lang="en-US" dirty="0"/>
              <a:t>The most important elements of the disaster recovery plan are </a:t>
            </a:r>
            <a:r>
              <a:rPr lang="en-US" b="1" i="1" dirty="0"/>
              <a:t>backup</a:t>
            </a:r>
            <a:r>
              <a:rPr lang="en-US" dirty="0"/>
              <a:t> and </a:t>
            </a:r>
            <a:r>
              <a:rPr lang="en-US" b="1" i="1" dirty="0"/>
              <a:t>recovery</a:t>
            </a:r>
            <a:r>
              <a:rPr lang="en-US" dirty="0"/>
              <a:t> controls that enable the organization to recover its data and restart its application software</a:t>
            </a:r>
          </a:p>
          <a:p>
            <a:r>
              <a:rPr lang="en-US" b="1" i="1" dirty="0"/>
              <a:t>Continuous data protection </a:t>
            </a:r>
            <a:r>
              <a:rPr lang="en-US" dirty="0"/>
              <a:t>(CDP) is another option that firms are using in addition to or instead of regular backups</a:t>
            </a:r>
          </a:p>
          <a:p>
            <a:pPr lvl="1"/>
            <a:r>
              <a:rPr lang="en-US" dirty="0"/>
              <a:t>With CDP, copies of all data and transactions on selected servers are written to CDP servers as the transaction occurs</a:t>
            </a:r>
          </a:p>
          <a:p>
            <a:r>
              <a:rPr lang="en-US" dirty="0"/>
              <a:t>A </a:t>
            </a:r>
            <a:r>
              <a:rPr lang="en-US" b="1" i="1" dirty="0"/>
              <a:t>disaster recovery drill </a:t>
            </a:r>
            <a:r>
              <a:rPr lang="en-US" dirty="0"/>
              <a:t>tests the disaster recovery plan and provides staff the opportunity to practice their skills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542794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Disaster Recovery Outsourcing</a:t>
            </a:r>
          </a:p>
        </p:txBody>
      </p:sp>
      <p:sp>
        <p:nvSpPr>
          <p:cNvPr id="3" name="Content Placeholder 2"/>
          <p:cNvSpPr>
            <a:spLocks noGrp="1"/>
          </p:cNvSpPr>
          <p:nvPr>
            <p:ph sz="quarter" idx="12"/>
          </p:nvPr>
        </p:nvSpPr>
        <p:spPr/>
        <p:txBody>
          <a:bodyPr/>
          <a:lstStyle/>
          <a:p>
            <a:r>
              <a:rPr lang="en-US" dirty="0"/>
              <a:t>Most large organizations have a two-level disaster recovery plan:</a:t>
            </a:r>
          </a:p>
          <a:p>
            <a:pPr marL="758952" lvl="1" indent="-457200">
              <a:buFont typeface="+mj-lt"/>
              <a:buAutoNum type="arabicPeriod"/>
            </a:pPr>
            <a:r>
              <a:rPr lang="en-US" dirty="0"/>
              <a:t>When they build networks, they build enough capacity and have enough spare equipment to recover from a minor disaster such as loss of a major server or a portion of the network</a:t>
            </a:r>
          </a:p>
          <a:p>
            <a:pPr marL="758952" lvl="1" indent="-457200">
              <a:buFont typeface="+mj-lt"/>
              <a:buAutoNum type="arabicPeriod"/>
            </a:pPr>
            <a:r>
              <a:rPr lang="en-US" dirty="0"/>
              <a:t>Most large organizations rely on professional disaster recovery firms to provide second-level support for major disasters</a:t>
            </a:r>
          </a:p>
          <a:p>
            <a:r>
              <a:rPr lang="en-US" dirty="0"/>
              <a:t>Full service disaster recover firms include a complete networked data center that clients can use when they experience a disaster</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48</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8317140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11.4 Intrusion Prevention</a:t>
            </a:r>
          </a:p>
        </p:txBody>
      </p:sp>
      <p:sp>
        <p:nvSpPr>
          <p:cNvPr id="3" name="Content Placeholder 2"/>
          <p:cNvSpPr>
            <a:spLocks noGrp="1"/>
          </p:cNvSpPr>
          <p:nvPr>
            <p:ph sz="quarter" idx="12"/>
          </p:nvPr>
        </p:nvSpPr>
        <p:spPr/>
        <p:txBody>
          <a:bodyPr>
            <a:normAutofit lnSpcReduction="10000"/>
          </a:bodyPr>
          <a:lstStyle/>
          <a:p>
            <a:r>
              <a:rPr lang="en-US" dirty="0"/>
              <a:t>Intrusion is the second main type of security problem and the one that tends to receive the most attention</a:t>
            </a:r>
          </a:p>
          <a:p>
            <a:r>
              <a:rPr lang="en-US" dirty="0"/>
              <a:t>Four types of intruders may attempt to gain unauthorized access to computer networks:</a:t>
            </a:r>
          </a:p>
          <a:p>
            <a:pPr marL="758952" lvl="1" indent="-457200">
              <a:buFont typeface="+mj-lt"/>
              <a:buAutoNum type="arabicPeriod"/>
            </a:pPr>
            <a:r>
              <a:rPr lang="en-US" dirty="0"/>
              <a:t>The first are casual intruders who have only a limited knowledge of computer security (script kiddies)</a:t>
            </a:r>
          </a:p>
          <a:p>
            <a:pPr marL="758952" lvl="1" indent="-457200">
              <a:buFont typeface="+mj-lt"/>
              <a:buAutoNum type="arabicPeriod"/>
            </a:pPr>
            <a:r>
              <a:rPr lang="en-US" dirty="0"/>
              <a:t>The second type of intruders are experts in security, but their motivation is the thrill of the hunt (hackers and crackers)</a:t>
            </a:r>
          </a:p>
          <a:p>
            <a:pPr marL="758952" lvl="1" indent="-457200">
              <a:buFont typeface="+mj-lt"/>
              <a:buAutoNum type="arabicPeriod"/>
            </a:pPr>
            <a:r>
              <a:rPr lang="en-US" dirty="0"/>
              <a:t>The third type of intruders are professional hackers who break into corporate or government computers for specific purposes, such as espionage, fraud, or intentional destruction</a:t>
            </a:r>
          </a:p>
          <a:p>
            <a:pPr marL="758952" lvl="1" indent="-457200">
              <a:buFont typeface="+mj-lt"/>
              <a:buAutoNum type="arabicPeriod"/>
            </a:pPr>
            <a:r>
              <a:rPr lang="en-US" dirty="0"/>
              <a:t>The fourth type of intruders are organization employees who have legitimate access to the network but who gain access to information they are not authorized to use</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49</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5417071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Policy</a:t>
            </a:r>
          </a:p>
        </p:txBody>
      </p:sp>
      <p:sp>
        <p:nvSpPr>
          <p:cNvPr id="3" name="Content Placeholder 2"/>
          <p:cNvSpPr>
            <a:spLocks noGrp="1"/>
          </p:cNvSpPr>
          <p:nvPr>
            <p:ph sz="quarter" idx="12"/>
          </p:nvPr>
        </p:nvSpPr>
        <p:spPr/>
        <p:txBody>
          <a:bodyPr/>
          <a:lstStyle/>
          <a:p>
            <a:r>
              <a:rPr lang="en-US" dirty="0"/>
              <a:t>A </a:t>
            </a:r>
            <a:r>
              <a:rPr lang="en-US" b="1" i="1" dirty="0"/>
              <a:t>security policy </a:t>
            </a:r>
            <a:r>
              <a:rPr lang="en-US" dirty="0"/>
              <a:t>is critical to controlling risk due to intrusion</a:t>
            </a:r>
          </a:p>
          <a:p>
            <a:r>
              <a:rPr lang="en-US" dirty="0"/>
              <a:t>It should clearly define the important assets to be safeguarded and the important controls needed to do that</a:t>
            </a:r>
          </a:p>
          <a:p>
            <a:r>
              <a:rPr lang="en-US" dirty="0"/>
              <a:t>It should have a section devoted to what employees should and should not do</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50</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2004349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Elements of a Security Policy</a:t>
            </a:r>
          </a:p>
        </p:txBody>
      </p:sp>
      <p:pic>
        <p:nvPicPr>
          <p:cNvPr id="6" name="Content Placeholder 5"/>
          <p:cNvPicPr>
            <a:picLocks noGrp="1" noChangeAspect="1"/>
          </p:cNvPicPr>
          <p:nvPr>
            <p:ph sz="quarter" idx="12"/>
          </p:nvPr>
        </p:nvPicPr>
        <p:blipFill>
          <a:blip r:embed="rId2"/>
          <a:stretch>
            <a:fillRect/>
          </a:stretch>
        </p:blipFill>
        <p:spPr>
          <a:xfrm>
            <a:off x="2616466" y="1752600"/>
            <a:ext cx="6959067" cy="4495800"/>
          </a:xfrm>
          <a:prstGeom prst="rect">
            <a:avLst/>
          </a:prstGeom>
        </p:spPr>
      </p:pic>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51</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0803684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Perimeter Security and Firewalls</a:t>
            </a:r>
          </a:p>
        </p:txBody>
      </p:sp>
      <p:sp>
        <p:nvSpPr>
          <p:cNvPr id="3" name="Content Placeholder 2"/>
          <p:cNvSpPr>
            <a:spLocks noGrp="1"/>
          </p:cNvSpPr>
          <p:nvPr>
            <p:ph sz="quarter" idx="12"/>
          </p:nvPr>
        </p:nvSpPr>
        <p:spPr/>
        <p:txBody>
          <a:bodyPr/>
          <a:lstStyle/>
          <a:p>
            <a:r>
              <a:rPr lang="en-US" dirty="0"/>
              <a:t>Ideally, you want to stop external intruders at the perimeter of your network so that they cannot reach the servers inside</a:t>
            </a:r>
          </a:p>
          <a:p>
            <a:r>
              <a:rPr lang="en-US" dirty="0"/>
              <a:t>There are three basic access points into most networks:</a:t>
            </a:r>
          </a:p>
          <a:p>
            <a:pPr marL="758952" lvl="1" indent="-457200">
              <a:buFont typeface="+mj-lt"/>
              <a:buAutoNum type="arabicPeriod"/>
            </a:pPr>
            <a:r>
              <a:rPr lang="en-US" dirty="0"/>
              <a:t>Internet</a:t>
            </a:r>
          </a:p>
          <a:p>
            <a:pPr marL="758952" lvl="1" indent="-457200">
              <a:buFont typeface="+mj-lt"/>
              <a:buAutoNum type="arabicPeriod"/>
            </a:pPr>
            <a:r>
              <a:rPr lang="en-US" dirty="0"/>
              <a:t>LANs</a:t>
            </a:r>
          </a:p>
          <a:p>
            <a:pPr marL="758952" lvl="1" indent="-457200">
              <a:buFont typeface="+mj-lt"/>
              <a:buAutoNum type="arabicPeriod"/>
            </a:pPr>
            <a:r>
              <a:rPr lang="en-US" dirty="0"/>
              <a:t>WLANs</a:t>
            </a:r>
          </a:p>
          <a:p>
            <a:r>
              <a:rPr lang="en-US" dirty="0"/>
              <a:t>Most common access point for intrusion is the Internet connection</a:t>
            </a:r>
          </a:p>
          <a:p>
            <a:r>
              <a:rPr lang="en-US" dirty="0"/>
              <a:t>For this reason, the focus of perimeter security is usually on the Internet connection, although physical security is also important</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52</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50866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Address Translation (NAT) Firewalls</a:t>
            </a:r>
          </a:p>
        </p:txBody>
      </p:sp>
      <p:sp>
        <p:nvSpPr>
          <p:cNvPr id="3" name="Content Placeholder 2"/>
          <p:cNvSpPr>
            <a:spLocks noGrp="1"/>
          </p:cNvSpPr>
          <p:nvPr>
            <p:ph sz="quarter" idx="12"/>
          </p:nvPr>
        </p:nvSpPr>
        <p:spPr/>
        <p:txBody>
          <a:bodyPr/>
          <a:lstStyle/>
          <a:p>
            <a:r>
              <a:rPr lang="en-US" b="1" i="1" dirty="0"/>
              <a:t>Network address translation </a:t>
            </a:r>
            <a:r>
              <a:rPr lang="en-US" dirty="0"/>
              <a:t>(NAT) is the process of converting between one set of public IP addresses that are viewable from the Internet and a second set of private IP addresses that are hidden from people outside of the organization</a:t>
            </a:r>
          </a:p>
          <a:p>
            <a:pPr lvl="1"/>
            <a:r>
              <a:rPr lang="en-US" dirty="0"/>
              <a:t>NAT is transparent</a:t>
            </a:r>
          </a:p>
          <a:p>
            <a:r>
              <a:rPr lang="en-US" dirty="0"/>
              <a:t>If external intruders on the Internet can not see the private IP addresses inside your organization, they can’t attack your computers</a:t>
            </a:r>
          </a:p>
          <a:p>
            <a:r>
              <a:rPr lang="en-US" dirty="0"/>
              <a:t>Most routers and firewalls today have NAT built into them</a:t>
            </a:r>
          </a:p>
          <a:p>
            <a:r>
              <a:rPr lang="en-US" dirty="0"/>
              <a:t>The NAT firewall uses an address table to translate the private IP addresses used inside the organization into proxy IP addresses used on the Internet</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53</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6802409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Firewall Architecture</a:t>
            </a:r>
          </a:p>
        </p:txBody>
      </p:sp>
      <p:sp>
        <p:nvSpPr>
          <p:cNvPr id="7" name="Content Placeholder 6"/>
          <p:cNvSpPr>
            <a:spLocks noGrp="1"/>
          </p:cNvSpPr>
          <p:nvPr>
            <p:ph sz="quarter" idx="14"/>
          </p:nvPr>
        </p:nvSpPr>
        <p:spPr/>
        <p:txBody>
          <a:bodyPr>
            <a:normAutofit fontScale="92500" lnSpcReduction="10000"/>
          </a:bodyPr>
          <a:lstStyle/>
          <a:p>
            <a:r>
              <a:rPr lang="en-US" dirty="0"/>
              <a:t>Many organizations use layers of NAT, packet-level, and application-level firewalls</a:t>
            </a:r>
          </a:p>
          <a:p>
            <a:r>
              <a:rPr lang="en-US" dirty="0"/>
              <a:t>Packet-level firewalls are used as an initial screen from the Internet into a network devoted solely to servers intended to provide public access</a:t>
            </a:r>
          </a:p>
          <a:p>
            <a:r>
              <a:rPr lang="en-US" dirty="0"/>
              <a:t>Each major portion of the organization’s internal networks has its own NAT firewall to grant (or deny) access</a:t>
            </a:r>
          </a:p>
        </p:txBody>
      </p:sp>
      <p:pic>
        <p:nvPicPr>
          <p:cNvPr id="9" name="Content Placeholder 8"/>
          <p:cNvPicPr>
            <a:picLocks noGrp="1" noChangeAspect="1"/>
          </p:cNvPicPr>
          <p:nvPr>
            <p:ph sz="quarter" idx="15"/>
          </p:nvPr>
        </p:nvPicPr>
        <p:blipFill>
          <a:blip r:embed="rId2"/>
          <a:stretch>
            <a:fillRect/>
          </a:stretch>
        </p:blipFill>
        <p:spPr>
          <a:xfrm>
            <a:off x="6476329" y="1752600"/>
            <a:ext cx="5144842" cy="4419600"/>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54</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41901426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Security Holes</a:t>
            </a:r>
          </a:p>
        </p:txBody>
      </p:sp>
      <p:sp>
        <p:nvSpPr>
          <p:cNvPr id="8" name="Content Placeholder 7"/>
          <p:cNvSpPr>
            <a:spLocks noGrp="1"/>
          </p:cNvSpPr>
          <p:nvPr>
            <p:ph sz="quarter" idx="12"/>
          </p:nvPr>
        </p:nvSpPr>
        <p:spPr/>
        <p:txBody>
          <a:bodyPr/>
          <a:lstStyle/>
          <a:p>
            <a:r>
              <a:rPr lang="en-US" dirty="0"/>
              <a:t>The servers and client computers on a network may not be safe because of security holes</a:t>
            </a:r>
          </a:p>
          <a:p>
            <a:r>
              <a:rPr lang="en-US" dirty="0"/>
              <a:t>A </a:t>
            </a:r>
            <a:r>
              <a:rPr lang="en-US" b="1" i="1" dirty="0"/>
              <a:t>security hole</a:t>
            </a:r>
            <a:r>
              <a:rPr lang="en-US" dirty="0"/>
              <a:t> is simply a bug that permits unauthorized access</a:t>
            </a:r>
          </a:p>
          <a:p>
            <a:r>
              <a:rPr lang="en-US" dirty="0"/>
              <a:t>Many security holes have been documented and “patches” are available from vendors to fix them</a:t>
            </a:r>
          </a:p>
          <a:p>
            <a:pPr lvl="1"/>
            <a:r>
              <a:rPr lang="en-US" dirty="0"/>
              <a:t>Not everyone applies the patches</a:t>
            </a:r>
          </a:p>
          <a:p>
            <a:r>
              <a:rPr lang="en-US" dirty="0"/>
              <a:t>Once a security hole is discovered, it is quickly circulated through the Internet</a:t>
            </a:r>
          </a:p>
          <a:p>
            <a:pPr lvl="1"/>
            <a:r>
              <a:rPr lang="en-US" dirty="0"/>
              <a:t>Attacks that take advantage of a newly discovered security hole before a patch is developed are called </a:t>
            </a:r>
            <a:r>
              <a:rPr lang="en-US" b="1" i="1" dirty="0"/>
              <a:t>zero-day attacks</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55</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5769185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Systems</a:t>
            </a:r>
          </a:p>
        </p:txBody>
      </p:sp>
      <p:sp>
        <p:nvSpPr>
          <p:cNvPr id="3" name="Content Placeholder 2"/>
          <p:cNvSpPr>
            <a:spLocks noGrp="1"/>
          </p:cNvSpPr>
          <p:nvPr>
            <p:ph sz="quarter" idx="12"/>
          </p:nvPr>
        </p:nvSpPr>
        <p:spPr/>
        <p:txBody>
          <a:bodyPr/>
          <a:lstStyle/>
          <a:p>
            <a:r>
              <a:rPr lang="en-US" dirty="0"/>
              <a:t>The American government requires certain levels of security in the operating systems and network operating systems it uses for certain applications</a:t>
            </a:r>
          </a:p>
          <a:p>
            <a:r>
              <a:rPr lang="en-US" dirty="0"/>
              <a:t>The minimum level of security is C2</a:t>
            </a:r>
          </a:p>
          <a:p>
            <a:pPr lvl="1"/>
            <a:r>
              <a:rPr lang="en-US" dirty="0"/>
              <a:t>Most major operating systems provide at least C2</a:t>
            </a:r>
          </a:p>
          <a:p>
            <a:r>
              <a:rPr lang="en-US" dirty="0"/>
              <a:t>Windows</a:t>
            </a:r>
          </a:p>
          <a:p>
            <a:pPr lvl="1"/>
            <a:r>
              <a:rPr lang="en-US" dirty="0"/>
              <a:t>Windows applications regularly access and make changes to critical parts of the operating system</a:t>
            </a:r>
          </a:p>
          <a:p>
            <a:pPr lvl="1"/>
            <a:r>
              <a:rPr lang="en-US" dirty="0"/>
              <a:t>Hostile applications can easily take over the computer and literally do whatever they want without the user knowing</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6663614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13611"/>
            <a:ext cx="11379200" cy="670559"/>
          </a:xfrm>
        </p:spPr>
        <p:txBody>
          <a:bodyPr/>
          <a:lstStyle/>
          <a:p>
            <a:r>
              <a:rPr lang="en-US" dirty="0">
                <a:solidFill>
                  <a:srgbClr val="0000FF"/>
                </a:solidFill>
              </a:rPr>
              <a:t>Trojan Horses</a:t>
            </a:r>
          </a:p>
        </p:txBody>
      </p:sp>
      <p:sp>
        <p:nvSpPr>
          <p:cNvPr id="3" name="Content Placeholder 2"/>
          <p:cNvSpPr>
            <a:spLocks noGrp="1"/>
          </p:cNvSpPr>
          <p:nvPr>
            <p:ph sz="quarter" idx="12"/>
          </p:nvPr>
        </p:nvSpPr>
        <p:spPr>
          <a:xfrm>
            <a:off x="175928" y="1524000"/>
            <a:ext cx="11379200" cy="4495800"/>
          </a:xfrm>
        </p:spPr>
        <p:txBody>
          <a:bodyPr/>
          <a:lstStyle/>
          <a:p>
            <a:r>
              <a:rPr lang="en-US" b="1" i="1" dirty="0"/>
              <a:t>Trojan horses </a:t>
            </a:r>
            <a:r>
              <a:rPr lang="en-US" dirty="0"/>
              <a:t>are remote access management consoles that enable users to access a computer and manage it from afar</a:t>
            </a:r>
          </a:p>
          <a:p>
            <a:pPr lvl="1"/>
            <a:r>
              <a:rPr lang="en-US" dirty="0"/>
              <a:t>Sometimes called </a:t>
            </a:r>
            <a:r>
              <a:rPr lang="en-US" b="1" i="1" dirty="0"/>
              <a:t>rootkits</a:t>
            </a:r>
          </a:p>
          <a:p>
            <a:r>
              <a:rPr lang="en-US" dirty="0"/>
              <a:t>Trojans are often concealed in </a:t>
            </a:r>
            <a:r>
              <a:rPr lang="en-US" dirty="0">
                <a:solidFill>
                  <a:srgbClr val="FF0000"/>
                </a:solidFill>
              </a:rPr>
              <a:t>other software</a:t>
            </a:r>
            <a:r>
              <a:rPr lang="en-US" dirty="0"/>
              <a:t> that unsuspecting users download over the Internet.</a:t>
            </a:r>
          </a:p>
          <a:p>
            <a:r>
              <a:rPr lang="en-US" dirty="0"/>
              <a:t>More recently, Trojans have morphed into tools such as MoSucker and Optix Pro</a:t>
            </a:r>
          </a:p>
          <a:p>
            <a:r>
              <a:rPr lang="en-US" dirty="0"/>
              <a:t>These attack consoles now have one-button clicks to disable firewalls, antivirus software, and any other defensive process</a:t>
            </a:r>
          </a:p>
          <a:p>
            <a:r>
              <a:rPr lang="en-US" dirty="0"/>
              <a:t>Spyware, adware, and DDoS agents are three types of Trojans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6466179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Encryption</a:t>
            </a:r>
            <a:endParaRPr lang="en-US" sz="2000" dirty="0"/>
          </a:p>
        </p:txBody>
      </p:sp>
      <p:sp>
        <p:nvSpPr>
          <p:cNvPr id="3" name="Content Placeholder 2"/>
          <p:cNvSpPr>
            <a:spLocks noGrp="1"/>
          </p:cNvSpPr>
          <p:nvPr>
            <p:ph sz="quarter" idx="12"/>
          </p:nvPr>
        </p:nvSpPr>
        <p:spPr/>
        <p:txBody>
          <a:bodyPr>
            <a:normAutofit fontScale="92500" lnSpcReduction="10000"/>
          </a:bodyPr>
          <a:lstStyle/>
          <a:p>
            <a:r>
              <a:rPr lang="en-US" b="1" i="1" dirty="0"/>
              <a:t>Symmetric encryption </a:t>
            </a:r>
            <a:r>
              <a:rPr lang="en-US" dirty="0"/>
              <a:t>has two parts: the algorithm and the key</a:t>
            </a:r>
          </a:p>
          <a:p>
            <a:pPr lvl="1"/>
            <a:r>
              <a:rPr lang="en-US" dirty="0"/>
              <a:t>Also called </a:t>
            </a:r>
            <a:r>
              <a:rPr lang="en-US" b="1" i="1" dirty="0"/>
              <a:t>single-key encryption</a:t>
            </a:r>
          </a:p>
          <a:p>
            <a:pPr lvl="1"/>
            <a:r>
              <a:rPr lang="en-US" dirty="0"/>
              <a:t>Because the same key is used to encrypt and decrypt, symmetric encryption can cause problems with </a:t>
            </a:r>
            <a:r>
              <a:rPr lang="en-US" b="1" i="1" dirty="0"/>
              <a:t>key management</a:t>
            </a:r>
          </a:p>
          <a:p>
            <a:r>
              <a:rPr lang="en-US" dirty="0"/>
              <a:t>Good encryption systems do not depend on keeping the algorithm secret</a:t>
            </a:r>
          </a:p>
          <a:p>
            <a:pPr lvl="1"/>
            <a:r>
              <a:rPr lang="en-US" dirty="0"/>
              <a:t>Only the keys need to be kept secret</a:t>
            </a:r>
          </a:p>
          <a:p>
            <a:r>
              <a:rPr lang="en-US" dirty="0"/>
              <a:t>One commonly used encryption technique is the </a:t>
            </a:r>
            <a:r>
              <a:rPr lang="en-US" b="1" i="1" dirty="0"/>
              <a:t>Data Encryption Standard</a:t>
            </a:r>
            <a:r>
              <a:rPr lang="en-US" dirty="0"/>
              <a:t> (DES)</a:t>
            </a:r>
          </a:p>
          <a:p>
            <a:r>
              <a:rPr lang="en-US" dirty="0"/>
              <a:t>Triple DES (3DES) is a newer standard that is harder to break</a:t>
            </a:r>
          </a:p>
          <a:p>
            <a:r>
              <a:rPr lang="en-US" dirty="0"/>
              <a:t>The NIST’s new standard, called </a:t>
            </a:r>
            <a:r>
              <a:rPr lang="en-US" b="1" i="1" dirty="0"/>
              <a:t>Advanced Encryption Standard </a:t>
            </a:r>
            <a:r>
              <a:rPr lang="en-US" dirty="0"/>
              <a:t>(AES)</a:t>
            </a:r>
          </a:p>
          <a:p>
            <a:r>
              <a:rPr lang="en-US" dirty="0"/>
              <a:t>The U.S. government considers encryption to be a weapon and regulates its export</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58</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968513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Encryption</a:t>
            </a:r>
          </a:p>
        </p:txBody>
      </p:sp>
      <p:sp>
        <p:nvSpPr>
          <p:cNvPr id="3" name="Content Placeholder 2"/>
          <p:cNvSpPr>
            <a:spLocks noGrp="1"/>
          </p:cNvSpPr>
          <p:nvPr>
            <p:ph sz="quarter" idx="12"/>
          </p:nvPr>
        </p:nvSpPr>
        <p:spPr/>
        <p:txBody>
          <a:bodyPr/>
          <a:lstStyle/>
          <a:p>
            <a:r>
              <a:rPr lang="en-US" b="1" i="1" dirty="0"/>
              <a:t>Public key encryption </a:t>
            </a:r>
            <a:r>
              <a:rPr lang="en-US" dirty="0"/>
              <a:t>is asymmetric so there are two keys</a:t>
            </a:r>
          </a:p>
          <a:p>
            <a:pPr marL="758952" lvl="1" indent="-457200">
              <a:buFont typeface="+mj-lt"/>
              <a:buAutoNum type="arabicPeriod"/>
            </a:pPr>
            <a:r>
              <a:rPr lang="en-US" dirty="0"/>
              <a:t>The </a:t>
            </a:r>
            <a:r>
              <a:rPr lang="en-US" b="1" i="1" dirty="0"/>
              <a:t>public key </a:t>
            </a:r>
            <a:r>
              <a:rPr lang="en-US" dirty="0"/>
              <a:t>is used to encrypt the message</a:t>
            </a:r>
          </a:p>
          <a:p>
            <a:pPr marL="758952" lvl="1" indent="-457200">
              <a:buFont typeface="+mj-lt"/>
              <a:buAutoNum type="arabicPeriod"/>
            </a:pPr>
            <a:r>
              <a:rPr lang="en-US" dirty="0"/>
              <a:t>The </a:t>
            </a:r>
            <a:r>
              <a:rPr lang="en-US" b="1" i="1" dirty="0"/>
              <a:t>private key </a:t>
            </a:r>
            <a:r>
              <a:rPr lang="en-US" dirty="0"/>
              <a:t>is used to decrypt the message</a:t>
            </a:r>
          </a:p>
          <a:p>
            <a:r>
              <a:rPr lang="en-US" dirty="0"/>
              <a:t>Public key systems are based on one-way functions</a:t>
            </a:r>
          </a:p>
          <a:p>
            <a:r>
              <a:rPr lang="en-US" dirty="0"/>
              <a:t>Public key encryption greatly reduces the key management problem</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59</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7697568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Transmission with Public Key Encryption</a:t>
            </a:r>
          </a:p>
        </p:txBody>
      </p:sp>
      <p:sp>
        <p:nvSpPr>
          <p:cNvPr id="6" name="Content Placeholder 5"/>
          <p:cNvSpPr>
            <a:spLocks noGrp="1"/>
          </p:cNvSpPr>
          <p:nvPr>
            <p:ph sz="quarter" idx="14"/>
          </p:nvPr>
        </p:nvSpPr>
        <p:spPr/>
        <p:txBody>
          <a:bodyPr>
            <a:normAutofit lnSpcReduction="10000"/>
          </a:bodyPr>
          <a:lstStyle/>
          <a:p>
            <a:r>
              <a:rPr lang="en-US" dirty="0"/>
              <a:t>All public keys are published in a directory</a:t>
            </a:r>
          </a:p>
          <a:p>
            <a:r>
              <a:rPr lang="en-US" dirty="0"/>
              <a:t>Sender encrypts the message using the public key</a:t>
            </a:r>
          </a:p>
          <a:p>
            <a:r>
              <a:rPr lang="en-US" dirty="0"/>
              <a:t>Encrypted message is sent to receiver</a:t>
            </a:r>
          </a:p>
          <a:p>
            <a:r>
              <a:rPr lang="en-US" dirty="0"/>
              <a:t>Receiver decrypts using the private key</a:t>
            </a:r>
          </a:p>
          <a:p>
            <a:r>
              <a:rPr lang="en-US" dirty="0"/>
              <a:t>Public key cannot be used to decrypt</a:t>
            </a:r>
          </a:p>
        </p:txBody>
      </p:sp>
      <p:pic>
        <p:nvPicPr>
          <p:cNvPr id="8" name="Content Placeholder 7"/>
          <p:cNvPicPr>
            <a:picLocks noGrp="1" noChangeAspect="1"/>
          </p:cNvPicPr>
          <p:nvPr>
            <p:ph sz="quarter" idx="15"/>
          </p:nvPr>
        </p:nvPicPr>
        <p:blipFill>
          <a:blip r:embed="rId2"/>
          <a:stretch>
            <a:fillRect/>
          </a:stretch>
        </p:blipFill>
        <p:spPr>
          <a:xfrm>
            <a:off x="7909853" y="1752600"/>
            <a:ext cx="2277793" cy="4419600"/>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60</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4705047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Authenticated and Secure Transmission with Public Key Encryption</a:t>
            </a:r>
          </a:p>
        </p:txBody>
      </p:sp>
      <p:sp>
        <p:nvSpPr>
          <p:cNvPr id="3" name="Content Placeholder 2"/>
          <p:cNvSpPr>
            <a:spLocks noGrp="1"/>
          </p:cNvSpPr>
          <p:nvPr>
            <p:ph sz="quarter" idx="14"/>
          </p:nvPr>
        </p:nvSpPr>
        <p:spPr/>
        <p:txBody>
          <a:bodyPr>
            <a:normAutofit fontScale="92500" lnSpcReduction="10000"/>
          </a:bodyPr>
          <a:lstStyle/>
          <a:p>
            <a:r>
              <a:rPr lang="en-US" dirty="0"/>
              <a:t>Public key encryption also permits the use of </a:t>
            </a:r>
            <a:r>
              <a:rPr lang="en-US" b="1" i="1" dirty="0"/>
              <a:t>digital signatures</a:t>
            </a:r>
            <a:r>
              <a:rPr lang="en-US" dirty="0"/>
              <a:t> through a process of </a:t>
            </a:r>
            <a:r>
              <a:rPr lang="en-US" b="1" i="1" dirty="0"/>
              <a:t>authentication</a:t>
            </a:r>
          </a:p>
          <a:p>
            <a:r>
              <a:rPr lang="en-US" dirty="0"/>
              <a:t>Public key encryption algorithms are </a:t>
            </a:r>
            <a:r>
              <a:rPr lang="en-US" b="1" i="1" dirty="0"/>
              <a:t>invertible</a:t>
            </a:r>
            <a:r>
              <a:rPr lang="en-US" dirty="0"/>
              <a:t>, meaning that text encrypted with either key can be decrypted by the other</a:t>
            </a:r>
          </a:p>
          <a:p>
            <a:r>
              <a:rPr lang="en-US" dirty="0"/>
              <a:t>Normally, we encrypt with the public key and decrypt with the private key</a:t>
            </a:r>
          </a:p>
          <a:p>
            <a:pPr lvl="1"/>
            <a:r>
              <a:rPr lang="en-US" dirty="0"/>
              <a:t>It is possible to do the reverse</a:t>
            </a:r>
          </a:p>
        </p:txBody>
      </p:sp>
      <p:pic>
        <p:nvPicPr>
          <p:cNvPr id="7" name="Content Placeholder 6"/>
          <p:cNvPicPr>
            <a:picLocks noGrp="1" noChangeAspect="1"/>
          </p:cNvPicPr>
          <p:nvPr>
            <p:ph sz="quarter" idx="15"/>
          </p:nvPr>
        </p:nvPicPr>
        <p:blipFill>
          <a:blip r:embed="rId2"/>
          <a:stretch>
            <a:fillRect/>
          </a:stretch>
        </p:blipFill>
        <p:spPr>
          <a:xfrm>
            <a:off x="7443595" y="1752600"/>
            <a:ext cx="3210310" cy="4419600"/>
          </a:xfrm>
          <a:prstGeom prst="rect">
            <a:avLst/>
          </a:prstGeom>
        </p:spPr>
      </p:pic>
      <p:sp>
        <p:nvSpPr>
          <p:cNvPr id="5" name="Slide Number Placeholder 4"/>
          <p:cNvSpPr>
            <a:spLocks noGrp="1"/>
          </p:cNvSpPr>
          <p:nvPr>
            <p:ph type="sldNum" sz="quarter" idx="10"/>
          </p:nvPr>
        </p:nvSpPr>
        <p:spPr/>
        <p:txBody>
          <a:bodyPr/>
          <a:lstStyle/>
          <a:p>
            <a:r>
              <a:rPr lang="en-US" dirty="0"/>
              <a:t>11-</a:t>
            </a:r>
            <a:fld id="{67B19427-F580-D146-B60E-4CADEE75497F}" type="slidenum">
              <a:rPr lang="en-US" smtClean="0"/>
              <a:pPr/>
              <a:t>61</a:t>
            </a:fld>
            <a:endParaRPr lang="en-US" dirty="0"/>
          </a:p>
        </p:txBody>
      </p:sp>
      <p:sp>
        <p:nvSpPr>
          <p:cNvPr id="6" name="Footer Placeholder 5"/>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30405637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Authenticated and Secure Transmission with Public Key Encryption </a:t>
            </a:r>
            <a:r>
              <a:rPr lang="en-US" sz="2000" dirty="0"/>
              <a:t>Continued</a:t>
            </a:r>
          </a:p>
        </p:txBody>
      </p:sp>
      <p:sp>
        <p:nvSpPr>
          <p:cNvPr id="3" name="Content Placeholder 2"/>
          <p:cNvSpPr>
            <a:spLocks noGrp="1"/>
          </p:cNvSpPr>
          <p:nvPr>
            <p:ph sz="quarter" idx="14"/>
          </p:nvPr>
        </p:nvSpPr>
        <p:spPr/>
        <p:txBody>
          <a:bodyPr>
            <a:normAutofit fontScale="92500"/>
          </a:bodyPr>
          <a:lstStyle/>
          <a:p>
            <a:r>
              <a:rPr lang="en-US" dirty="0"/>
              <a:t>Because the private key is secret, only the real user could use it to encrypt a message</a:t>
            </a:r>
          </a:p>
          <a:p>
            <a:r>
              <a:rPr lang="en-US" dirty="0"/>
              <a:t>Thus, a digital signature or authentication sequence is used as a legal signature on many financial transactions</a:t>
            </a:r>
          </a:p>
          <a:p>
            <a:r>
              <a:rPr lang="en-US" dirty="0"/>
              <a:t>The only problem is ensuring the person or organization who sent the document is really the person or organization it claims to be</a:t>
            </a:r>
          </a:p>
        </p:txBody>
      </p:sp>
      <p:pic>
        <p:nvPicPr>
          <p:cNvPr id="7" name="Content Placeholder 6"/>
          <p:cNvPicPr>
            <a:picLocks noGrp="1" noChangeAspect="1"/>
          </p:cNvPicPr>
          <p:nvPr>
            <p:ph sz="quarter" idx="15"/>
          </p:nvPr>
        </p:nvPicPr>
        <p:blipFill>
          <a:blip r:embed="rId2"/>
          <a:stretch>
            <a:fillRect/>
          </a:stretch>
        </p:blipFill>
        <p:spPr>
          <a:xfrm>
            <a:off x="7443595" y="1752600"/>
            <a:ext cx="3210310" cy="4419600"/>
          </a:xfrm>
          <a:prstGeom prst="rect">
            <a:avLst/>
          </a:prstGeom>
        </p:spPr>
      </p:pic>
      <p:sp>
        <p:nvSpPr>
          <p:cNvPr id="5" name="Slide Number Placeholder 4"/>
          <p:cNvSpPr>
            <a:spLocks noGrp="1"/>
          </p:cNvSpPr>
          <p:nvPr>
            <p:ph type="sldNum" sz="quarter" idx="10"/>
          </p:nvPr>
        </p:nvSpPr>
        <p:spPr/>
        <p:txBody>
          <a:bodyPr/>
          <a:lstStyle/>
          <a:p>
            <a:r>
              <a:rPr lang="en-US" dirty="0"/>
              <a:t>11-</a:t>
            </a:r>
            <a:fld id="{67B19427-F580-D146-B60E-4CADEE75497F}" type="slidenum">
              <a:rPr lang="en-US" smtClean="0"/>
              <a:pPr/>
              <a:t>62</a:t>
            </a:fld>
            <a:endParaRPr lang="en-US" dirty="0"/>
          </a:p>
        </p:txBody>
      </p:sp>
      <p:sp>
        <p:nvSpPr>
          <p:cNvPr id="6" name="Footer Placeholder 5"/>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3878958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Public Key Infrastructure (PKI) </a:t>
            </a:r>
          </a:p>
        </p:txBody>
      </p:sp>
      <p:sp>
        <p:nvSpPr>
          <p:cNvPr id="8" name="Content Placeholder 7"/>
          <p:cNvSpPr>
            <a:spLocks noGrp="1"/>
          </p:cNvSpPr>
          <p:nvPr>
            <p:ph sz="quarter" idx="12"/>
          </p:nvPr>
        </p:nvSpPr>
        <p:spPr/>
        <p:txBody>
          <a:bodyPr/>
          <a:lstStyle/>
          <a:p>
            <a:r>
              <a:rPr lang="en-US" dirty="0"/>
              <a:t>Verifying identity is where the Internet’s PKI becomes important</a:t>
            </a:r>
          </a:p>
          <a:p>
            <a:r>
              <a:rPr lang="en-US" dirty="0"/>
              <a:t>The PKI is a set of hardware, software, organizations, and polices designed to make public key encryption work on the Internet</a:t>
            </a:r>
          </a:p>
          <a:p>
            <a:r>
              <a:rPr lang="en-US" dirty="0"/>
              <a:t>PKI begins with a certificate authority (CA), which is a trusted organization that can vouch for the authenticity of the person or organization using authentication</a:t>
            </a:r>
          </a:p>
          <a:p>
            <a:r>
              <a:rPr lang="en-US" dirty="0"/>
              <a:t>The CA issues a digital certificate that is the requestor’s public key encrypted using the CA’s private key as proof of identity</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63</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1626807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 Software</a:t>
            </a:r>
          </a:p>
        </p:txBody>
      </p:sp>
      <p:sp>
        <p:nvSpPr>
          <p:cNvPr id="3" name="Content Placeholder 2"/>
          <p:cNvSpPr>
            <a:spLocks noGrp="1"/>
          </p:cNvSpPr>
          <p:nvPr>
            <p:ph sz="quarter" idx="12"/>
          </p:nvPr>
        </p:nvSpPr>
        <p:spPr/>
        <p:txBody>
          <a:bodyPr/>
          <a:lstStyle/>
          <a:p>
            <a:r>
              <a:rPr lang="en-US" b="1" i="1" dirty="0"/>
              <a:t>Pretty Good Privacy </a:t>
            </a:r>
            <a:r>
              <a:rPr lang="en-US" dirty="0"/>
              <a:t>(PGP) is a freeware public key encryption package developed by Philip Zimmermann that is often used to encrypt email</a:t>
            </a:r>
          </a:p>
          <a:p>
            <a:r>
              <a:rPr lang="en-US" b="1" i="1" dirty="0"/>
              <a:t>Secure Sockets Layer </a:t>
            </a:r>
            <a:r>
              <a:rPr lang="en-US" dirty="0"/>
              <a:t>(SSL) is an encryption protocol widely used on the Web</a:t>
            </a:r>
          </a:p>
          <a:p>
            <a:pPr lvl="1"/>
            <a:r>
              <a:rPr lang="en-US" dirty="0"/>
              <a:t>SSL encrypts outbound packets coming out of the application layer before they reach the transport layer and decrypts inbound packets coming out of the transport layer before they reach the application layer</a:t>
            </a:r>
          </a:p>
          <a:p>
            <a:r>
              <a:rPr lang="en-US" b="1" i="1" dirty="0"/>
              <a:t>IP Security Protocol </a:t>
            </a:r>
            <a:r>
              <a:rPr lang="en-US" dirty="0"/>
              <a:t>(IPSec) is another widely used encryption protocol</a:t>
            </a:r>
          </a:p>
          <a:p>
            <a:pPr lvl="1"/>
            <a:r>
              <a:rPr lang="en-US" dirty="0"/>
              <a:t>It differs from SSL in that SSL is focused on Web applications, whereas IPSec can be used with a much wider variety of application layer protocols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64</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5613211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 Security Protocol </a:t>
            </a:r>
            <a:r>
              <a:rPr lang="en-US" sz="2000" dirty="0"/>
              <a:t>Continued</a:t>
            </a:r>
          </a:p>
        </p:txBody>
      </p:sp>
      <p:sp>
        <p:nvSpPr>
          <p:cNvPr id="3" name="Content Placeholder 2"/>
          <p:cNvSpPr>
            <a:spLocks noGrp="1"/>
          </p:cNvSpPr>
          <p:nvPr>
            <p:ph sz="quarter" idx="12"/>
          </p:nvPr>
        </p:nvSpPr>
        <p:spPr/>
        <p:txBody>
          <a:bodyPr/>
          <a:lstStyle/>
          <a:p>
            <a:r>
              <a:rPr lang="en-US" dirty="0"/>
              <a:t>IP Security Protocol can operate in either transport mode or tunnel mode for VPNs</a:t>
            </a:r>
          </a:p>
          <a:p>
            <a:r>
              <a:rPr lang="en-US" dirty="0"/>
              <a:t>In </a:t>
            </a:r>
            <a:r>
              <a:rPr lang="en-US" b="1" i="1" dirty="0"/>
              <a:t>IPSec transport mode</a:t>
            </a:r>
            <a:r>
              <a:rPr lang="en-US" dirty="0"/>
              <a:t>, IPSec encrypts just the IP payload, leaving the IP packet header unchanged so it can be easily routed through the Intern</a:t>
            </a:r>
          </a:p>
          <a:p>
            <a:r>
              <a:rPr lang="en-US" dirty="0"/>
              <a:t>In </a:t>
            </a:r>
            <a:r>
              <a:rPr lang="en-US" b="1" i="1" dirty="0"/>
              <a:t>IPSec tunnel mode</a:t>
            </a:r>
            <a:r>
              <a:rPr lang="en-US" dirty="0"/>
              <a:t>, IPSec encrypts the entire IP packet and must, therefore, add an entirely new IP packet that contains the encrypted packet as well as the IPSec AH or ESP packets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65</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3738749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Authentication</a:t>
            </a:r>
          </a:p>
        </p:txBody>
      </p:sp>
      <p:sp>
        <p:nvSpPr>
          <p:cNvPr id="3" name="Content Placeholder 2"/>
          <p:cNvSpPr>
            <a:spLocks noGrp="1"/>
          </p:cNvSpPr>
          <p:nvPr>
            <p:ph sz="quarter" idx="12"/>
          </p:nvPr>
        </p:nvSpPr>
        <p:spPr/>
        <p:txBody>
          <a:bodyPr>
            <a:normAutofit lnSpcReduction="10000"/>
          </a:bodyPr>
          <a:lstStyle/>
          <a:p>
            <a:r>
              <a:rPr lang="en-US" dirty="0"/>
              <a:t>Once the network perimeter and the network interior have been secured, the next step is to ensure that only authorized users are permitted into the network</a:t>
            </a:r>
          </a:p>
          <a:p>
            <a:pPr lvl="1"/>
            <a:r>
              <a:rPr lang="en-US" dirty="0"/>
              <a:t>This is called </a:t>
            </a:r>
            <a:r>
              <a:rPr lang="en-US" b="1" i="1" dirty="0"/>
              <a:t>user authentication</a:t>
            </a:r>
          </a:p>
          <a:p>
            <a:r>
              <a:rPr lang="en-US" dirty="0"/>
              <a:t>The basis of user authentication is the </a:t>
            </a:r>
            <a:r>
              <a:rPr lang="en-US" b="1" i="1" dirty="0"/>
              <a:t>user profile </a:t>
            </a:r>
            <a:r>
              <a:rPr lang="en-US" dirty="0"/>
              <a:t>for each user’s account</a:t>
            </a:r>
          </a:p>
          <a:p>
            <a:r>
              <a:rPr lang="en-US" dirty="0"/>
              <a:t>One security problem is the removal of user accounts when someone leaves an organization</a:t>
            </a:r>
          </a:p>
          <a:p>
            <a:pPr lvl="1"/>
            <a:r>
              <a:rPr lang="en-US" dirty="0"/>
              <a:t>Often, network managers are not informed of the departure</a:t>
            </a:r>
          </a:p>
          <a:p>
            <a:r>
              <a:rPr lang="en-US" dirty="0"/>
              <a:t>If the staff member’s departure was not friendly, there is a risk that they may attempt to access data and resources and use them for personal gain, or destroy them to get back at the organization</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66</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4196030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Authentication </a:t>
            </a:r>
            <a:r>
              <a:rPr lang="en-US" sz="2000" dirty="0"/>
              <a:t>Continued</a:t>
            </a:r>
          </a:p>
        </p:txBody>
      </p:sp>
      <p:sp>
        <p:nvSpPr>
          <p:cNvPr id="3" name="Content Placeholder 2"/>
          <p:cNvSpPr>
            <a:spLocks noGrp="1"/>
          </p:cNvSpPr>
          <p:nvPr>
            <p:ph sz="quarter" idx="12"/>
          </p:nvPr>
        </p:nvSpPr>
        <p:spPr/>
        <p:txBody>
          <a:bodyPr>
            <a:normAutofit lnSpcReduction="10000"/>
          </a:bodyPr>
          <a:lstStyle/>
          <a:p>
            <a:r>
              <a:rPr lang="en-US" dirty="0"/>
              <a:t>Gaining access to an account can be based on something you know, something you have, or something you are</a:t>
            </a:r>
          </a:p>
          <a:p>
            <a:r>
              <a:rPr lang="en-US" dirty="0"/>
              <a:t>The most common approach is something you know, usually a </a:t>
            </a:r>
            <a:r>
              <a:rPr lang="en-US" b="1" i="1" dirty="0"/>
              <a:t>password</a:t>
            </a:r>
          </a:p>
          <a:p>
            <a:pPr lvl="1"/>
            <a:r>
              <a:rPr lang="en-US" dirty="0"/>
              <a:t>Some organizations have moved to </a:t>
            </a:r>
            <a:r>
              <a:rPr lang="en-US" b="1" i="1" dirty="0"/>
              <a:t>passphrases</a:t>
            </a:r>
          </a:p>
          <a:p>
            <a:pPr lvl="1"/>
            <a:r>
              <a:rPr lang="en-US" b="1" i="1" dirty="0"/>
              <a:t>Password managers </a:t>
            </a:r>
            <a:r>
              <a:rPr lang="en-US" dirty="0"/>
              <a:t>are becoming more common</a:t>
            </a:r>
          </a:p>
          <a:p>
            <a:r>
              <a:rPr lang="en-US" dirty="0"/>
              <a:t>Entering a password in conjunction with something you have is called </a:t>
            </a:r>
            <a:r>
              <a:rPr lang="en-US" b="1" i="1" dirty="0"/>
              <a:t>two-factor authentication</a:t>
            </a:r>
          </a:p>
          <a:p>
            <a:pPr lvl="1"/>
            <a:r>
              <a:rPr lang="en-US" dirty="0"/>
              <a:t>Two-factor authentication commonly employs the user’s mobile phone</a:t>
            </a:r>
          </a:p>
          <a:p>
            <a:pPr lvl="1"/>
            <a:r>
              <a:rPr lang="en-US" dirty="0"/>
              <a:t>Another approach is </a:t>
            </a:r>
            <a:r>
              <a:rPr lang="en-US" b="1" i="1" dirty="0"/>
              <a:t>one-time passwords</a:t>
            </a:r>
          </a:p>
          <a:p>
            <a:r>
              <a:rPr lang="en-US" b="1" i="1" dirty="0"/>
              <a:t>Biometric systems </a:t>
            </a:r>
            <a:r>
              <a:rPr lang="en-US" dirty="0"/>
              <a:t>scan the user (fingerprint, retina) to ensure that the user is the sole individual authorized to access the network account</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67</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32794763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Authentication</a:t>
            </a:r>
          </a:p>
        </p:txBody>
      </p:sp>
      <p:sp>
        <p:nvSpPr>
          <p:cNvPr id="3" name="Content Placeholder 2"/>
          <p:cNvSpPr>
            <a:spLocks noGrp="1"/>
          </p:cNvSpPr>
          <p:nvPr>
            <p:ph sz="quarter" idx="12"/>
          </p:nvPr>
        </p:nvSpPr>
        <p:spPr/>
        <p:txBody>
          <a:bodyPr/>
          <a:lstStyle/>
          <a:p>
            <a:r>
              <a:rPr lang="en-US" dirty="0"/>
              <a:t>One long-standing problem has been that users are often assigned user profiles and passwords on several different computers</a:t>
            </a:r>
          </a:p>
          <a:p>
            <a:r>
              <a:rPr lang="en-US" dirty="0"/>
              <a:t>More and more organizations are adopting </a:t>
            </a:r>
            <a:r>
              <a:rPr lang="en-US" b="1" i="1" dirty="0"/>
              <a:t>central authentication</a:t>
            </a:r>
          </a:p>
          <a:p>
            <a:pPr lvl="1"/>
            <a:r>
              <a:rPr lang="en-US" dirty="0"/>
              <a:t>Instead of logging into a file server or application server, the user logs into the </a:t>
            </a:r>
            <a:r>
              <a:rPr lang="en-US" b="1" i="1" dirty="0"/>
              <a:t>authentication server</a:t>
            </a:r>
          </a:p>
          <a:p>
            <a:pPr lvl="1"/>
            <a:r>
              <a:rPr lang="en-US" dirty="0"/>
              <a:t>It issues a certificate if the user is authorized</a:t>
            </a:r>
          </a:p>
          <a:p>
            <a:r>
              <a:rPr lang="en-US" dirty="0"/>
              <a:t>The most commonly used authentication protocol is </a:t>
            </a:r>
            <a:r>
              <a:rPr lang="en-US" b="1" i="1" dirty="0"/>
              <a:t>Kerberos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68</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5698625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Preventing Social Engineering</a:t>
            </a:r>
          </a:p>
        </p:txBody>
      </p:sp>
      <p:sp>
        <p:nvSpPr>
          <p:cNvPr id="3" name="Content Placeholder 2"/>
          <p:cNvSpPr>
            <a:spLocks noGrp="1"/>
          </p:cNvSpPr>
          <p:nvPr>
            <p:ph sz="quarter" idx="12"/>
          </p:nvPr>
        </p:nvSpPr>
        <p:spPr/>
        <p:txBody>
          <a:bodyPr/>
          <a:lstStyle/>
          <a:p>
            <a:r>
              <a:rPr lang="en-US" dirty="0"/>
              <a:t>One of the most common ways for attackers to break into a system is through social engineering</a:t>
            </a:r>
          </a:p>
          <a:p>
            <a:r>
              <a:rPr lang="en-US" b="1" i="1" dirty="0"/>
              <a:t>Social engineering </a:t>
            </a:r>
            <a:r>
              <a:rPr lang="en-US" dirty="0"/>
              <a:t>refers to breaking security simply by asking</a:t>
            </a:r>
          </a:p>
          <a:p>
            <a:r>
              <a:rPr lang="en-US" b="1" i="1" dirty="0"/>
              <a:t>Phishing</a:t>
            </a:r>
            <a:r>
              <a:rPr lang="en-US" dirty="0"/>
              <a:t> is a very common type of social engineering</a:t>
            </a:r>
          </a:p>
          <a:p>
            <a:pPr lvl="1"/>
            <a:r>
              <a:rPr lang="en-US" dirty="0"/>
              <a:t>The attacker sends an email to millions of users telling them that their bank account has been shut down due to an unauthorized access attempt and that they need to reactivate it by logging in</a:t>
            </a:r>
          </a:p>
          <a:p>
            <a:r>
              <a:rPr lang="en-US" dirty="0"/>
              <a:t>After the user logs into the fake site, the attacker has the user’s user ID and password and can break into his or her account at will</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69</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7499966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Intrusion Prevention Systems</a:t>
            </a:r>
          </a:p>
        </p:txBody>
      </p:sp>
      <p:sp>
        <p:nvSpPr>
          <p:cNvPr id="3" name="Content Placeholder 2"/>
          <p:cNvSpPr>
            <a:spLocks noGrp="1"/>
          </p:cNvSpPr>
          <p:nvPr>
            <p:ph sz="quarter" idx="12"/>
          </p:nvPr>
        </p:nvSpPr>
        <p:spPr/>
        <p:txBody>
          <a:bodyPr>
            <a:normAutofit fontScale="92500" lnSpcReduction="10000"/>
          </a:bodyPr>
          <a:lstStyle/>
          <a:p>
            <a:r>
              <a:rPr lang="en-US" dirty="0"/>
              <a:t>Intrusion prevention systems (IPSs) are designed to detect an intrusion and take action to stop it</a:t>
            </a:r>
          </a:p>
          <a:p>
            <a:r>
              <a:rPr lang="en-US" dirty="0"/>
              <a:t>There are two general types of IPS:</a:t>
            </a:r>
          </a:p>
          <a:p>
            <a:pPr marL="758952" lvl="1" indent="-457200">
              <a:buFont typeface="+mj-lt"/>
              <a:buAutoNum type="arabicPeriod"/>
            </a:pPr>
            <a:r>
              <a:rPr lang="en-US" dirty="0"/>
              <a:t>With a </a:t>
            </a:r>
            <a:r>
              <a:rPr lang="en-US" b="1" i="1" dirty="0"/>
              <a:t>network-based</a:t>
            </a:r>
            <a:r>
              <a:rPr lang="en-US" dirty="0"/>
              <a:t> IPS, an IPS sensor is placed on key network circuits</a:t>
            </a:r>
          </a:p>
          <a:p>
            <a:pPr marL="758952" lvl="1" indent="-457200">
              <a:buFont typeface="+mj-lt"/>
              <a:buAutoNum type="arabicPeriod"/>
            </a:pPr>
            <a:r>
              <a:rPr lang="en-US" dirty="0"/>
              <a:t>A </a:t>
            </a:r>
            <a:r>
              <a:rPr lang="en-US" b="1" i="1" dirty="0"/>
              <a:t>host-based</a:t>
            </a:r>
            <a:r>
              <a:rPr lang="en-US" dirty="0"/>
              <a:t> IPS is a software package installed on a host or server</a:t>
            </a:r>
          </a:p>
          <a:p>
            <a:r>
              <a:rPr lang="en-US" dirty="0"/>
              <a:t>Many network managers choose to install both</a:t>
            </a:r>
          </a:p>
          <a:p>
            <a:r>
              <a:rPr lang="en-US" dirty="0"/>
              <a:t>There are two fundamental techniques that these types of IPSs can use to determine that an intrusion is in progress:</a:t>
            </a:r>
          </a:p>
          <a:p>
            <a:pPr marL="758952" lvl="1" indent="-457200">
              <a:buFont typeface="+mj-lt"/>
              <a:buAutoNum type="arabicPeriod"/>
            </a:pPr>
            <a:r>
              <a:rPr lang="en-US" b="1" i="1" dirty="0"/>
              <a:t>Misuse detection</a:t>
            </a:r>
            <a:r>
              <a:rPr lang="en-US" dirty="0"/>
              <a:t>, which compares monitored activities with signatures of known attacks</a:t>
            </a:r>
          </a:p>
          <a:p>
            <a:pPr marL="758952" lvl="1" indent="-457200">
              <a:buFont typeface="+mj-lt"/>
              <a:buAutoNum type="arabicPeriod"/>
            </a:pPr>
            <a:r>
              <a:rPr lang="en-US" b="1" i="1" dirty="0"/>
              <a:t>Anomaly detection</a:t>
            </a:r>
            <a:r>
              <a:rPr lang="en-US" dirty="0"/>
              <a:t>, which works by comparing monitored activities with the “normal” set of activities</a:t>
            </a:r>
          </a:p>
          <a:p>
            <a:r>
              <a:rPr lang="en-US" dirty="0">
                <a:solidFill>
                  <a:srgbClr val="000000"/>
                </a:solidFill>
                <a:latin typeface="Times New Roman" panose="02020603050405020304" pitchFamily="18" charset="0"/>
              </a:rPr>
              <a:t>Most IPSs use both techniques</a:t>
            </a:r>
          </a:p>
        </p:txBody>
      </p:sp>
      <p:sp>
        <p:nvSpPr>
          <p:cNvPr id="4" name="Slide Number Placeholder 3"/>
          <p:cNvSpPr>
            <a:spLocks noGrp="1"/>
          </p:cNvSpPr>
          <p:nvPr>
            <p:ph type="sldNum" sz="quarter" idx="11"/>
          </p:nvPr>
        </p:nvSpPr>
        <p:spPr/>
        <p:txBody>
          <a:bodyPr/>
          <a:lstStyle/>
          <a:p>
            <a:r>
              <a:rPr lang="en-US" dirty="0"/>
              <a:t>11-</a:t>
            </a:r>
            <a:fld id="{67B19427-F580-D146-B60E-4CADEE75497F}" type="slidenum">
              <a:rPr lang="en-US" smtClean="0"/>
              <a:pPr/>
              <a:t>70</a:t>
            </a:fld>
            <a:endParaRPr lang="en-US" dirty="0"/>
          </a:p>
        </p:txBody>
      </p:sp>
      <p:sp>
        <p:nvSpPr>
          <p:cNvPr id="5" name="Footer Placeholder 4"/>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24699032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Intrusion Prevention Systems </a:t>
            </a:r>
            <a:r>
              <a:rPr lang="en-US" sz="2000" dirty="0"/>
              <a:t>Continued</a:t>
            </a:r>
          </a:p>
        </p:txBody>
      </p:sp>
      <p:sp>
        <p:nvSpPr>
          <p:cNvPr id="6" name="Content Placeholder 5"/>
          <p:cNvSpPr>
            <a:spLocks noGrp="1"/>
          </p:cNvSpPr>
          <p:nvPr>
            <p:ph sz="quarter" idx="14"/>
          </p:nvPr>
        </p:nvSpPr>
        <p:spPr/>
        <p:txBody>
          <a:bodyPr>
            <a:normAutofit fontScale="92500" lnSpcReduction="20000"/>
          </a:bodyPr>
          <a:lstStyle/>
          <a:p>
            <a:r>
              <a:rPr lang="en-US" dirty="0"/>
              <a:t>Intrusion prevention systems are often used in conjunction with other security tools such as firewalls</a:t>
            </a:r>
          </a:p>
          <a:p>
            <a:r>
              <a:rPr lang="en-US" dirty="0"/>
              <a:t>In fact, some firewalls are now including IPS functions</a:t>
            </a:r>
          </a:p>
          <a:p>
            <a:r>
              <a:rPr lang="en-US" dirty="0"/>
              <a:t>IPS monitoring has little value unless there is a clear plan for responding to a security breach in progress</a:t>
            </a:r>
          </a:p>
          <a:p>
            <a:r>
              <a:rPr lang="en-US" dirty="0"/>
              <a:t>Responding to an intrusion can be more complicated than it at first seems</a:t>
            </a:r>
          </a:p>
        </p:txBody>
      </p:sp>
      <p:pic>
        <p:nvPicPr>
          <p:cNvPr id="8" name="Content Placeholder 7"/>
          <p:cNvPicPr>
            <a:picLocks noGrp="1" noChangeAspect="1"/>
          </p:cNvPicPr>
          <p:nvPr>
            <p:ph sz="quarter" idx="15"/>
          </p:nvPr>
        </p:nvPicPr>
        <p:blipFill>
          <a:blip r:embed="rId2"/>
          <a:stretch>
            <a:fillRect/>
          </a:stretch>
        </p:blipFill>
        <p:spPr>
          <a:xfrm>
            <a:off x="6356350" y="1907332"/>
            <a:ext cx="5384800" cy="4110136"/>
          </a:xfrm>
          <a:prstGeom prst="rect">
            <a:avLst/>
          </a:prstGeom>
        </p:spPr>
      </p:pic>
      <p:sp>
        <p:nvSpPr>
          <p:cNvPr id="4" name="Slide Number Placeholder 3"/>
          <p:cNvSpPr>
            <a:spLocks noGrp="1"/>
          </p:cNvSpPr>
          <p:nvPr>
            <p:ph type="sldNum" sz="quarter" idx="10"/>
          </p:nvPr>
        </p:nvSpPr>
        <p:spPr/>
        <p:txBody>
          <a:bodyPr/>
          <a:lstStyle/>
          <a:p>
            <a:r>
              <a:rPr lang="en-US" dirty="0"/>
              <a:t>11-</a:t>
            </a:r>
            <a:fld id="{67B19427-F580-D146-B60E-4CADEE75497F}" type="slidenum">
              <a:rPr lang="en-US" smtClean="0"/>
              <a:pPr/>
              <a:t>71</a:t>
            </a:fld>
            <a:endParaRPr lang="en-US" dirty="0"/>
          </a:p>
        </p:txBody>
      </p:sp>
      <p:sp>
        <p:nvSpPr>
          <p:cNvPr id="5" name="Footer Placeholder 4"/>
          <p:cNvSpPr>
            <a:spLocks noGrp="1"/>
          </p:cNvSpPr>
          <p:nvPr>
            <p:ph type="ftr" sz="quarter" idx="11"/>
          </p:nvPr>
        </p:nvSpPr>
        <p:spPr/>
        <p:txBody>
          <a:bodyPr/>
          <a:lstStyle/>
          <a:p>
            <a:r>
              <a:rPr lang="en-US" dirty="0"/>
              <a:t>Copyright ©2021 John Wiley &amp; Sons, Inc. </a:t>
            </a:r>
          </a:p>
        </p:txBody>
      </p:sp>
    </p:spTree>
    <p:extLst>
      <p:ext uri="{BB962C8B-B14F-4D97-AF65-F5344CB8AC3E}">
        <p14:creationId xmlns:p14="http://schemas.microsoft.com/office/powerpoint/2010/main" val="13637157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Intrusion Recovery</a:t>
            </a:r>
          </a:p>
        </p:txBody>
      </p:sp>
      <p:sp>
        <p:nvSpPr>
          <p:cNvPr id="8" name="Content Placeholder 7"/>
          <p:cNvSpPr>
            <a:spLocks noGrp="1"/>
          </p:cNvSpPr>
          <p:nvPr>
            <p:ph sz="quarter" idx="12"/>
          </p:nvPr>
        </p:nvSpPr>
        <p:spPr/>
        <p:txBody>
          <a:bodyPr/>
          <a:lstStyle/>
          <a:p>
            <a:r>
              <a:rPr lang="en-US" dirty="0"/>
              <a:t>Once an intrusion has been detected, the first step is to identify how the intruder gained unauthorized access and prevent others from breaking in the same way</a:t>
            </a:r>
          </a:p>
          <a:p>
            <a:r>
              <a:rPr lang="en-US" b="1" i="1" dirty="0"/>
              <a:t>Computer forensics </a:t>
            </a:r>
            <a:r>
              <a:rPr lang="en-US" dirty="0"/>
              <a:t>is the use of computer analysis techniques to gather evidence for criminal and/or civil trials</a:t>
            </a:r>
          </a:p>
          <a:p>
            <a:r>
              <a:rPr lang="en-US" dirty="0"/>
              <a:t>Some organizations have taken their own steps to snare intruders by using entrapment techniques</a:t>
            </a:r>
          </a:p>
          <a:p>
            <a:pPr lvl="1"/>
            <a:r>
              <a:rPr lang="en-US" dirty="0"/>
              <a:t>A </a:t>
            </a:r>
            <a:r>
              <a:rPr lang="en-US" b="1" i="1" dirty="0"/>
              <a:t>honey pot </a:t>
            </a:r>
            <a:r>
              <a:rPr lang="en-US" dirty="0"/>
              <a:t>is an attractive server that contains only fake information</a:t>
            </a:r>
          </a:p>
        </p:txBody>
      </p:sp>
      <p:sp>
        <p:nvSpPr>
          <p:cNvPr id="5" name="Slide Number Placeholder 4"/>
          <p:cNvSpPr>
            <a:spLocks noGrp="1"/>
          </p:cNvSpPr>
          <p:nvPr>
            <p:ph type="sldNum" sz="quarter" idx="11"/>
          </p:nvPr>
        </p:nvSpPr>
        <p:spPr/>
        <p:txBody>
          <a:bodyPr/>
          <a:lstStyle/>
          <a:p>
            <a:r>
              <a:rPr lang="en-US" dirty="0"/>
              <a:t>11-</a:t>
            </a:r>
            <a:fld id="{67B19427-F580-D146-B60E-4CADEE75497F}" type="slidenum">
              <a:rPr lang="en-US" smtClean="0"/>
              <a:pPr/>
              <a:t>72</a:t>
            </a:fld>
            <a:endParaRPr lang="en-US" dirty="0"/>
          </a:p>
        </p:txBody>
      </p:sp>
      <p:sp>
        <p:nvSpPr>
          <p:cNvPr id="6" name="Footer Placeholder 5"/>
          <p:cNvSpPr>
            <a:spLocks noGrp="1"/>
          </p:cNvSpPr>
          <p:nvPr>
            <p:ph type="ftr" sz="quarter" idx="10"/>
          </p:nvPr>
        </p:nvSpPr>
        <p:spPr/>
        <p:txBody>
          <a:bodyPr/>
          <a:lstStyle/>
          <a:p>
            <a:r>
              <a:rPr lang="en-US" dirty="0"/>
              <a:t>Copyright ©2021 John Wiley &amp; Sons, Inc. </a:t>
            </a:r>
          </a:p>
        </p:txBody>
      </p:sp>
    </p:spTree>
    <p:extLst>
      <p:ext uri="{BB962C8B-B14F-4D97-AF65-F5344CB8AC3E}">
        <p14:creationId xmlns:p14="http://schemas.microsoft.com/office/powerpoint/2010/main" val="1963738491"/>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ADB653A1-22A9-4BD0-B2B5-00B2E53CA889}"/>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25467C8E-E53C-4AD9-A914-F685BED9852C}"/>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C895C9AC-D919-427F-9B86-94C36E44A5AC}"/>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CDF06AF5-28F1-4349-ABBF-0F854C7FF2AB}"/>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DCC268CD-8C3E-414C-B079-8C7CF40029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1E4FF330-8D2F-4F8D-BD47-17DD76922698}"/>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9997BA5C-0A08-467C-973F-4C065CD0136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3acb1e6a-c770-49d5-a476-585c8d9f4762">
      <UserInfo>
        <DisplayName>McGinniss, Allison</DisplayName>
        <AccountId>4797</AccountId>
        <AccountType/>
      </UserInfo>
      <UserInfo>
        <DisplayName>Boylan, Jon</DisplayName>
        <AccountId>3791</AccountId>
        <AccountType/>
      </UserInfo>
      <UserInfo>
        <DisplayName>Swinford, Christin - Indianapolis</DisplayName>
        <AccountId>2742</AccountId>
        <AccountType/>
      </UserInfo>
      <UserInfo>
        <DisplayName>Davis, Kathy</DisplayName>
        <AccountId>3885</AccountId>
        <AccountType/>
      </UserInfo>
      <UserInfo>
        <DisplayName>Trent, Michael</DisplayName>
        <AccountId>3890</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FC5FF765D7D64998B8A00072F6BAD5" ma:contentTypeVersion="15" ma:contentTypeDescription="Create a new document." ma:contentTypeScope="" ma:versionID="7dc141ca22241caa5807500f3576adfb">
  <xsd:schema xmlns:xsd="http://www.w3.org/2001/XMLSchema" xmlns:xs="http://www.w3.org/2001/XMLSchema" xmlns:p="http://schemas.microsoft.com/office/2006/metadata/properties" xmlns:ns1="http://schemas.microsoft.com/sharepoint/v3" xmlns:ns3="3acb1e6a-c770-49d5-a476-585c8d9f4762" xmlns:ns4="2849ce5b-a999-43ca-9b4e-9342bc28e78e" targetNamespace="http://schemas.microsoft.com/office/2006/metadata/properties" ma:root="true" ma:fieldsID="8f0ef06240b3429aa59a01c4d08c16e4" ns1:_="" ns3:_="" ns4:_="">
    <xsd:import namespace="http://schemas.microsoft.com/sharepoint/v3"/>
    <xsd:import namespace="3acb1e6a-c770-49d5-a476-585c8d9f4762"/>
    <xsd:import namespace="2849ce5b-a999-43ca-9b4e-9342bc28e78e"/>
    <xsd:element name="properties">
      <xsd:complexType>
        <xsd:sequence>
          <xsd:element name="documentManagement">
            <xsd:complexType>
              <xsd:all>
                <xsd:element ref="ns1:_ip_UnifiedCompliancePolicyProperties" minOccurs="0"/>
                <xsd:element ref="ns1:_ip_UnifiedCompliancePolicyUIAction" minOccurs="0"/>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cb1e6a-c770-49d5-a476-585c8d9f476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849ce5b-a999-43ca-9b4e-9342bc28e78e"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ECD1DE-F5AD-4A6B-99F8-E38245CC2DEB}">
  <ds:schemaRefs>
    <ds:schemaRef ds:uri="http://schemas.microsoft.com/sharepoint/v3/contenttype/forms"/>
  </ds:schemaRefs>
</ds:datastoreItem>
</file>

<file path=customXml/itemProps2.xml><?xml version="1.0" encoding="utf-8"?>
<ds:datastoreItem xmlns:ds="http://schemas.openxmlformats.org/officeDocument/2006/customXml" ds:itemID="{75EFD79E-06AF-4973-A733-BC27ECAABB1B}">
  <ds:schemaRefs>
    <ds:schemaRef ds:uri="http://purl.org/dc/term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microsoft.com/sharepoint/v3"/>
    <ds:schemaRef ds:uri="2849ce5b-a999-43ca-9b4e-9342bc28e78e"/>
    <ds:schemaRef ds:uri="3acb1e6a-c770-49d5-a476-585c8d9f4762"/>
    <ds:schemaRef ds:uri="http://www.w3.org/XML/1998/namespace"/>
    <ds:schemaRef ds:uri="http://purl.org/dc/dcmitype/"/>
  </ds:schemaRefs>
</ds:datastoreItem>
</file>

<file path=customXml/itemProps3.xml><?xml version="1.0" encoding="utf-8"?>
<ds:datastoreItem xmlns:ds="http://schemas.openxmlformats.org/officeDocument/2006/customXml" ds:itemID="{374E8EDE-B712-4183-997A-9529F0F6D8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acb1e6a-c770-49d5-a476-585c8d9f4762"/>
    <ds:schemaRef ds:uri="2849ce5b-a999-43ca-9b4e-9342bc28e7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McDaniel Template</Template>
  <TotalTime>848</TotalTime>
  <Words>5243</Words>
  <Application>Microsoft Office PowerPoint</Application>
  <PresentationFormat>Widescreen</PresentationFormat>
  <Paragraphs>540</Paragraphs>
  <Slides>72</Slides>
  <Notes>1</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72</vt:i4>
      </vt:variant>
    </vt:vector>
  </HeadingPairs>
  <TitlesOfParts>
    <vt:vector size="85" baseType="lpstr">
      <vt:lpstr>Arial</vt:lpstr>
      <vt:lpstr>Calibri</vt:lpstr>
      <vt:lpstr>Calibri Light</vt:lpstr>
      <vt:lpstr>Courier New</vt:lpstr>
      <vt:lpstr>Source Sans Pro</vt:lpstr>
      <vt:lpstr>Times New Roman</vt:lpstr>
      <vt:lpstr>Opener</vt:lpstr>
      <vt:lpstr>Chapter Outline</vt:lpstr>
      <vt:lpstr>Learning Objectives</vt:lpstr>
      <vt:lpstr>Concept Check Question</vt:lpstr>
      <vt:lpstr>Key Term</vt:lpstr>
      <vt:lpstr>Section</vt:lpstr>
      <vt:lpstr>Image Slide Master</vt:lpstr>
      <vt:lpstr>Business Data Communications</vt:lpstr>
      <vt:lpstr>Learning Objectives</vt:lpstr>
      <vt:lpstr>11.1 Introduction</vt:lpstr>
      <vt:lpstr>Three Main Reasons for an Increase in Computer Security</vt:lpstr>
      <vt:lpstr>Why Networks Need Security</vt:lpstr>
      <vt:lpstr>Types of Security Threats</vt:lpstr>
      <vt:lpstr>Network Controls</vt:lpstr>
      <vt:lpstr>QUIZ 1</vt:lpstr>
      <vt:lpstr>QUIZ 2</vt:lpstr>
      <vt:lpstr>QUIZ 3</vt:lpstr>
      <vt:lpstr>QUIZ 4</vt:lpstr>
      <vt:lpstr>QUIZ 5</vt:lpstr>
      <vt:lpstr>11.2 Risk Assessment</vt:lpstr>
      <vt:lpstr>Common Steps to Risk Assessment</vt:lpstr>
      <vt:lpstr>Develop Risk Measurement Criteria</vt:lpstr>
      <vt:lpstr>Develop Risk Measurement Criteria Continued</vt:lpstr>
      <vt:lpstr>Sample Risk Measurement Criteria for a Web-Based Bookstore</vt:lpstr>
      <vt:lpstr>Inventory IT Assets</vt:lpstr>
      <vt:lpstr>Sample Inventory of Assets for a Web-Based Bookstore</vt:lpstr>
      <vt:lpstr>Identify Threats</vt:lpstr>
      <vt:lpstr>Sample Threat Scenario for Theft of Customer Information</vt:lpstr>
      <vt:lpstr>11.3 Ensuring Business Continuity</vt:lpstr>
      <vt:lpstr>Major Threats to Business Continuity</vt:lpstr>
      <vt:lpstr>Virus Protection</vt:lpstr>
      <vt:lpstr>Denial-of-Service Protection</vt:lpstr>
      <vt:lpstr>Denial-of-Service Protection Continued</vt:lpstr>
      <vt:lpstr>Preventing DoS and DDoS Attacks from Affecting the Network</vt:lpstr>
      <vt:lpstr>Device Failure Protection</vt:lpstr>
      <vt:lpstr>Redundant Array of Independent Disks </vt:lpstr>
      <vt:lpstr>QUIZ 6</vt:lpstr>
      <vt:lpstr>QUIZ 7</vt:lpstr>
      <vt:lpstr>Using a Firewall to Protect Networks</vt:lpstr>
      <vt:lpstr>Types of Firewalls</vt:lpstr>
      <vt:lpstr>Packet-Level Firewall</vt:lpstr>
      <vt:lpstr>Application-Level Firewalls</vt:lpstr>
      <vt:lpstr>Encryption </vt:lpstr>
      <vt:lpstr>11.5 Best Practice Recommendations</vt:lpstr>
      <vt:lpstr>11.6 Implications for Cyber Security</vt:lpstr>
      <vt:lpstr>Optional (Extra materials)</vt:lpstr>
      <vt:lpstr>Threat Scenario</vt:lpstr>
      <vt:lpstr>Document Existing Controls</vt:lpstr>
      <vt:lpstr>Identify Improvements</vt:lpstr>
      <vt:lpstr>Traffic Anomaly Detector</vt:lpstr>
      <vt:lpstr>Theft Protection</vt:lpstr>
      <vt:lpstr>Disaster Protection</vt:lpstr>
      <vt:lpstr>Elements of a Disaster Recovery Plan</vt:lpstr>
      <vt:lpstr>More on Disaster Recovery</vt:lpstr>
      <vt:lpstr>Disaster Recovery Outsourcing</vt:lpstr>
      <vt:lpstr>11.4 Intrusion Prevention</vt:lpstr>
      <vt:lpstr>Security Policy</vt:lpstr>
      <vt:lpstr>Elements of a Security Policy</vt:lpstr>
      <vt:lpstr>Perimeter Security and Firewalls</vt:lpstr>
      <vt:lpstr>Network Address Translation (NAT) Firewalls</vt:lpstr>
      <vt:lpstr>Firewall Architecture</vt:lpstr>
      <vt:lpstr>Security Holes</vt:lpstr>
      <vt:lpstr>Operating Systems</vt:lpstr>
      <vt:lpstr>Trojan Horses</vt:lpstr>
      <vt:lpstr>Symmetric Encryption</vt:lpstr>
      <vt:lpstr>Public Key Encryption</vt:lpstr>
      <vt:lpstr>Secure Transmission with Public Key Encryption</vt:lpstr>
      <vt:lpstr>Authenticated and Secure Transmission with Public Key Encryption</vt:lpstr>
      <vt:lpstr>Authenticated and Secure Transmission with Public Key Encryption Continued</vt:lpstr>
      <vt:lpstr>Public Key Infrastructure (PKI) </vt:lpstr>
      <vt:lpstr>Encryption Software</vt:lpstr>
      <vt:lpstr>IP Security Protocol Continued</vt:lpstr>
      <vt:lpstr>User Authentication</vt:lpstr>
      <vt:lpstr>User Authentication Continued</vt:lpstr>
      <vt:lpstr>Central Authentication</vt:lpstr>
      <vt:lpstr>Preventing Social Engineering</vt:lpstr>
      <vt:lpstr>Intrusion Prevention Systems</vt:lpstr>
      <vt:lpstr>Intrusion Prevention Systems Continued</vt:lpstr>
      <vt:lpstr>Intrusion Recovery</vt:lpstr>
    </vt:vector>
  </TitlesOfParts>
  <Manager>Judy Howarth</Manager>
  <Company>John Wiley and Sons,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Network Security</dc:title>
  <dc:subject>Business Data Communications 14e</dc:subject>
  <dc:creator>Ronny Richardson</dc:creator>
  <cp:keywords>Business</cp:keywords>
  <dc:description>This file was created by:_x000d_
_x000d_
Dr. Ronny Richardson_x000d_
Professor of Operations Management_x000d_
Coles College of Business_x000d_
Kennesaw State University_x000d_
_x000d_
DrRonnyRichardson@gmail.com</dc:description>
  <cp:lastModifiedBy>Nurul Sarkar</cp:lastModifiedBy>
  <cp:revision>55</cp:revision>
  <cp:lastPrinted>2017-04-26T13:25:47Z</cp:lastPrinted>
  <dcterms:created xsi:type="dcterms:W3CDTF">2021-04-29T19:32:45Z</dcterms:created>
  <dcterms:modified xsi:type="dcterms:W3CDTF">2024-10-08T18:40:14Z</dcterms:modified>
  <cp:category>PowerPoint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0x0101006FFC5FF765D7D64998B8A00072F6BAD5</vt:lpwstr>
  </property>
</Properties>
</file>